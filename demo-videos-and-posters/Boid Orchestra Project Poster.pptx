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 id="2147483672" r:id="rId3"/>
  </p:sldMasterIdLst>
  <p:notesMasterIdLst>
    <p:notesMasterId r:id="rId5"/>
  </p:notesMasterIdLst>
  <p:sldIdLst>
    <p:sldId id="256" r:id="rId4"/>
  </p:sldIdLst>
  <p:sldSz cx="43891200" cy="32918400"/>
  <p:notesSz cx="6858000" cy="9144000"/>
  <p:embeddedFontLst>
    <p:embeddedFont>
      <p:font typeface="Arial Black" panose="020B0A04020102020204" pitchFamily="34" charset="0"/>
      <p:regular r:id="rId6"/>
      <p:bold r:id="rId7"/>
    </p:embeddedFont>
    <p:embeddedFont>
      <p:font typeface="Arial Narrow" panose="020B0604020202020204" charset="0"/>
      <p:regular r:id="rId8"/>
      <p:bold r:id="rId9"/>
      <p:italic r:id="rId10"/>
      <p:boldItalic r:id="rId1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552">
          <p15:clr>
            <a:srgbClr val="A4A3A4"/>
          </p15:clr>
        </p15:guide>
        <p15:guide id="2" orient="horz" pos="20285">
          <p15:clr>
            <a:srgbClr val="A4A3A4"/>
          </p15:clr>
        </p15:guide>
        <p15:guide id="3" pos="437">
          <p15:clr>
            <a:srgbClr val="A4A3A4"/>
          </p15:clr>
        </p15:guide>
        <p15:guide id="4" pos="6725">
          <p15:clr>
            <a:srgbClr val="A4A3A4"/>
          </p15:clr>
        </p15:guide>
        <p15:guide id="5" pos="7239">
          <p15:clr>
            <a:srgbClr val="A4A3A4"/>
          </p15:clr>
        </p15:guide>
        <p15:guide id="6" pos="13527">
          <p15:clr>
            <a:srgbClr val="A4A3A4"/>
          </p15:clr>
        </p15:guide>
        <p15:guide id="7" pos="14031">
          <p15:clr>
            <a:srgbClr val="A4A3A4"/>
          </p15:clr>
        </p15:guide>
        <p15:guide id="8" pos="20319">
          <p15:clr>
            <a:srgbClr val="A4A3A4"/>
          </p15:clr>
        </p15:guide>
        <p15:guide id="9" pos="20837">
          <p15:clr>
            <a:srgbClr val="A4A3A4"/>
          </p15:clr>
        </p15:guide>
        <p15:guide id="10" pos="27125">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5" roundtripDataSignature="AMtx7mi5rAx1L+bETEy8KBEsqCH/wXrA3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8C1DC18-1B2D-4B64-B915-0FAB5C1959CF}">
  <a:tblStyle styleId="{B8C1DC18-1B2D-4B64-B915-0FAB5C1959CF}"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25" d="100"/>
          <a:sy n="25" d="100"/>
        </p:scale>
        <p:origin x="370" y="14"/>
      </p:cViewPr>
      <p:guideLst>
        <p:guide orient="horz" pos="3552"/>
        <p:guide orient="horz" pos="20285"/>
        <p:guide pos="437"/>
        <p:guide pos="6725"/>
        <p:guide pos="7239"/>
        <p:guide pos="13527"/>
        <p:guide pos="14031"/>
        <p:guide pos="20319"/>
        <p:guide pos="20837"/>
        <p:guide pos="2712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1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font" Target="fonts/font2.fntdata"/><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font" Target="fonts/font1.fntdata"/><Relationship Id="rId11" Type="http://schemas.openxmlformats.org/officeDocument/2006/relationships/font" Target="fonts/font6.fntdata"/><Relationship Id="rId5" Type="http://schemas.openxmlformats.org/officeDocument/2006/relationships/notesMaster" Target="notesMasters/notesMaster1.xml"/><Relationship Id="rId15" Type="http://customschemas.google.com/relationships/presentationmetadata" Target="metadata"/><Relationship Id="rId10" Type="http://schemas.openxmlformats.org/officeDocument/2006/relationships/font" Target="fonts/font5.fntdata"/><Relationship Id="rId19"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880" b="0" i="0" u="none" strike="noStrike" cap="none">
                <a:solidFill>
                  <a:schemeClr val="dk1"/>
                </a:solidFill>
                <a:latin typeface="Arial Narrow"/>
                <a:ea typeface="Arial Narrow"/>
                <a:cs typeface="Arial Narrow"/>
                <a:sym typeface="Arial Narrow"/>
              </a:defRPr>
            </a:lvl2pPr>
            <a:lvl3pPr marR="0" lvl="2" algn="l" rtl="0">
              <a:spcBef>
                <a:spcPts val="0"/>
              </a:spcBef>
              <a:spcAft>
                <a:spcPts val="0"/>
              </a:spcAft>
              <a:buSzPts val="1400"/>
              <a:buNone/>
              <a:defRPr sz="2880" b="0" i="0" u="none" strike="noStrike" cap="none">
                <a:solidFill>
                  <a:schemeClr val="dk1"/>
                </a:solidFill>
                <a:latin typeface="Arial Narrow"/>
                <a:ea typeface="Arial Narrow"/>
                <a:cs typeface="Arial Narrow"/>
                <a:sym typeface="Arial Narrow"/>
              </a:defRPr>
            </a:lvl3pPr>
            <a:lvl4pPr marR="0" lvl="3" algn="l" rtl="0">
              <a:spcBef>
                <a:spcPts val="0"/>
              </a:spcBef>
              <a:spcAft>
                <a:spcPts val="0"/>
              </a:spcAft>
              <a:buSzPts val="1400"/>
              <a:buNone/>
              <a:defRPr sz="2880" b="0" i="0" u="none" strike="noStrike" cap="none">
                <a:solidFill>
                  <a:schemeClr val="dk1"/>
                </a:solidFill>
                <a:latin typeface="Arial Narrow"/>
                <a:ea typeface="Arial Narrow"/>
                <a:cs typeface="Arial Narrow"/>
                <a:sym typeface="Arial Narrow"/>
              </a:defRPr>
            </a:lvl4pPr>
            <a:lvl5pPr marR="0" lvl="4" algn="l" rtl="0">
              <a:spcBef>
                <a:spcPts val="0"/>
              </a:spcBef>
              <a:spcAft>
                <a:spcPts val="0"/>
              </a:spcAft>
              <a:buSzPts val="1400"/>
              <a:buNone/>
              <a:defRPr sz="2880" b="0" i="0" u="none" strike="noStrike" cap="none">
                <a:solidFill>
                  <a:schemeClr val="dk1"/>
                </a:solidFill>
                <a:latin typeface="Arial Narrow"/>
                <a:ea typeface="Arial Narrow"/>
                <a:cs typeface="Arial Narrow"/>
                <a:sym typeface="Arial Narrow"/>
              </a:defRPr>
            </a:lvl5pPr>
            <a:lvl6pPr marR="0" lvl="5" algn="l" rtl="0">
              <a:spcBef>
                <a:spcPts val="0"/>
              </a:spcBef>
              <a:spcAft>
                <a:spcPts val="0"/>
              </a:spcAft>
              <a:buSzPts val="1400"/>
              <a:buNone/>
              <a:defRPr sz="2880" b="0" i="0" u="none" strike="noStrike" cap="none">
                <a:solidFill>
                  <a:schemeClr val="dk1"/>
                </a:solidFill>
                <a:latin typeface="Arial Narrow"/>
                <a:ea typeface="Arial Narrow"/>
                <a:cs typeface="Arial Narrow"/>
                <a:sym typeface="Arial Narrow"/>
              </a:defRPr>
            </a:lvl6pPr>
            <a:lvl7pPr marR="0" lvl="6" algn="l" rtl="0">
              <a:spcBef>
                <a:spcPts val="0"/>
              </a:spcBef>
              <a:spcAft>
                <a:spcPts val="0"/>
              </a:spcAft>
              <a:buSzPts val="1400"/>
              <a:buNone/>
              <a:defRPr sz="2880" b="0" i="0" u="none" strike="noStrike" cap="none">
                <a:solidFill>
                  <a:schemeClr val="dk1"/>
                </a:solidFill>
                <a:latin typeface="Arial Narrow"/>
                <a:ea typeface="Arial Narrow"/>
                <a:cs typeface="Arial Narrow"/>
                <a:sym typeface="Arial Narrow"/>
              </a:defRPr>
            </a:lvl7pPr>
            <a:lvl8pPr marR="0" lvl="7" algn="l" rtl="0">
              <a:spcBef>
                <a:spcPts val="0"/>
              </a:spcBef>
              <a:spcAft>
                <a:spcPts val="0"/>
              </a:spcAft>
              <a:buSzPts val="1400"/>
              <a:buNone/>
              <a:defRPr sz="2880" b="0" i="0" u="none" strike="noStrike" cap="none">
                <a:solidFill>
                  <a:schemeClr val="dk1"/>
                </a:solidFill>
                <a:latin typeface="Arial Narrow"/>
                <a:ea typeface="Arial Narrow"/>
                <a:cs typeface="Arial Narrow"/>
                <a:sym typeface="Arial Narrow"/>
              </a:defRPr>
            </a:lvl8pPr>
            <a:lvl9pPr marR="0" lvl="8" algn="l" rtl="0">
              <a:spcBef>
                <a:spcPts val="0"/>
              </a:spcBef>
              <a:spcAft>
                <a:spcPts val="0"/>
              </a:spcAft>
              <a:buSzPts val="1400"/>
              <a:buNone/>
              <a:defRPr sz="2880" b="0" i="0" u="none" strike="noStrike" cap="none">
                <a:solidFill>
                  <a:schemeClr val="dk1"/>
                </a:solidFill>
                <a:latin typeface="Arial Narrow"/>
                <a:ea typeface="Arial Narrow"/>
                <a:cs typeface="Arial Narrow"/>
                <a:sym typeface="Arial Narrow"/>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880" b="0" i="0" u="none" strike="noStrike" cap="none">
                <a:solidFill>
                  <a:schemeClr val="dk1"/>
                </a:solidFill>
                <a:latin typeface="Arial Narrow"/>
                <a:ea typeface="Arial Narrow"/>
                <a:cs typeface="Arial Narrow"/>
                <a:sym typeface="Arial Narrow"/>
              </a:defRPr>
            </a:lvl2pPr>
            <a:lvl3pPr marR="0" lvl="2" algn="l" rtl="0">
              <a:spcBef>
                <a:spcPts val="0"/>
              </a:spcBef>
              <a:spcAft>
                <a:spcPts val="0"/>
              </a:spcAft>
              <a:buSzPts val="1400"/>
              <a:buNone/>
              <a:defRPr sz="2880" b="0" i="0" u="none" strike="noStrike" cap="none">
                <a:solidFill>
                  <a:schemeClr val="dk1"/>
                </a:solidFill>
                <a:latin typeface="Arial Narrow"/>
                <a:ea typeface="Arial Narrow"/>
                <a:cs typeface="Arial Narrow"/>
                <a:sym typeface="Arial Narrow"/>
              </a:defRPr>
            </a:lvl3pPr>
            <a:lvl4pPr marR="0" lvl="3" algn="l" rtl="0">
              <a:spcBef>
                <a:spcPts val="0"/>
              </a:spcBef>
              <a:spcAft>
                <a:spcPts val="0"/>
              </a:spcAft>
              <a:buSzPts val="1400"/>
              <a:buNone/>
              <a:defRPr sz="2880" b="0" i="0" u="none" strike="noStrike" cap="none">
                <a:solidFill>
                  <a:schemeClr val="dk1"/>
                </a:solidFill>
                <a:latin typeface="Arial Narrow"/>
                <a:ea typeface="Arial Narrow"/>
                <a:cs typeface="Arial Narrow"/>
                <a:sym typeface="Arial Narrow"/>
              </a:defRPr>
            </a:lvl4pPr>
            <a:lvl5pPr marR="0" lvl="4" algn="l" rtl="0">
              <a:spcBef>
                <a:spcPts val="0"/>
              </a:spcBef>
              <a:spcAft>
                <a:spcPts val="0"/>
              </a:spcAft>
              <a:buSzPts val="1400"/>
              <a:buNone/>
              <a:defRPr sz="2880" b="0" i="0" u="none" strike="noStrike" cap="none">
                <a:solidFill>
                  <a:schemeClr val="dk1"/>
                </a:solidFill>
                <a:latin typeface="Arial Narrow"/>
                <a:ea typeface="Arial Narrow"/>
                <a:cs typeface="Arial Narrow"/>
                <a:sym typeface="Arial Narrow"/>
              </a:defRPr>
            </a:lvl5pPr>
            <a:lvl6pPr marR="0" lvl="5" algn="l" rtl="0">
              <a:spcBef>
                <a:spcPts val="0"/>
              </a:spcBef>
              <a:spcAft>
                <a:spcPts val="0"/>
              </a:spcAft>
              <a:buSzPts val="1400"/>
              <a:buNone/>
              <a:defRPr sz="2880" b="0" i="0" u="none" strike="noStrike" cap="none">
                <a:solidFill>
                  <a:schemeClr val="dk1"/>
                </a:solidFill>
                <a:latin typeface="Arial Narrow"/>
                <a:ea typeface="Arial Narrow"/>
                <a:cs typeface="Arial Narrow"/>
                <a:sym typeface="Arial Narrow"/>
              </a:defRPr>
            </a:lvl6pPr>
            <a:lvl7pPr marR="0" lvl="6" algn="l" rtl="0">
              <a:spcBef>
                <a:spcPts val="0"/>
              </a:spcBef>
              <a:spcAft>
                <a:spcPts val="0"/>
              </a:spcAft>
              <a:buSzPts val="1400"/>
              <a:buNone/>
              <a:defRPr sz="2880" b="0" i="0" u="none" strike="noStrike" cap="none">
                <a:solidFill>
                  <a:schemeClr val="dk1"/>
                </a:solidFill>
                <a:latin typeface="Arial Narrow"/>
                <a:ea typeface="Arial Narrow"/>
                <a:cs typeface="Arial Narrow"/>
                <a:sym typeface="Arial Narrow"/>
              </a:defRPr>
            </a:lvl7pPr>
            <a:lvl8pPr marR="0" lvl="7" algn="l" rtl="0">
              <a:spcBef>
                <a:spcPts val="0"/>
              </a:spcBef>
              <a:spcAft>
                <a:spcPts val="0"/>
              </a:spcAft>
              <a:buSzPts val="1400"/>
              <a:buNone/>
              <a:defRPr sz="2880" b="0" i="0" u="none" strike="noStrike" cap="none">
                <a:solidFill>
                  <a:schemeClr val="dk1"/>
                </a:solidFill>
                <a:latin typeface="Arial Narrow"/>
                <a:ea typeface="Arial Narrow"/>
                <a:cs typeface="Arial Narrow"/>
                <a:sym typeface="Arial Narrow"/>
              </a:defRPr>
            </a:lvl8pPr>
            <a:lvl9pPr marR="0" lvl="8" algn="l" rtl="0">
              <a:spcBef>
                <a:spcPts val="0"/>
              </a:spcBef>
              <a:spcAft>
                <a:spcPts val="0"/>
              </a:spcAft>
              <a:buSzPts val="1400"/>
              <a:buNone/>
              <a:defRPr sz="2880" b="0" i="0" u="none" strike="noStrike" cap="none">
                <a:solidFill>
                  <a:schemeClr val="dk1"/>
                </a:solidFill>
                <a:latin typeface="Arial Narrow"/>
                <a:ea typeface="Arial Narrow"/>
                <a:cs typeface="Arial Narrow"/>
                <a:sym typeface="Arial Narrow"/>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880" b="0" i="0" u="none" strike="noStrike" cap="none">
                <a:solidFill>
                  <a:schemeClr val="dk1"/>
                </a:solidFill>
                <a:latin typeface="Arial Narrow"/>
                <a:ea typeface="Arial Narrow"/>
                <a:cs typeface="Arial Narrow"/>
                <a:sym typeface="Arial Narrow"/>
              </a:defRPr>
            </a:lvl2pPr>
            <a:lvl3pPr marR="0" lvl="2" algn="l" rtl="0">
              <a:spcBef>
                <a:spcPts val="0"/>
              </a:spcBef>
              <a:spcAft>
                <a:spcPts val="0"/>
              </a:spcAft>
              <a:buSzPts val="1400"/>
              <a:buNone/>
              <a:defRPr sz="2880" b="0" i="0" u="none" strike="noStrike" cap="none">
                <a:solidFill>
                  <a:schemeClr val="dk1"/>
                </a:solidFill>
                <a:latin typeface="Arial Narrow"/>
                <a:ea typeface="Arial Narrow"/>
                <a:cs typeface="Arial Narrow"/>
                <a:sym typeface="Arial Narrow"/>
              </a:defRPr>
            </a:lvl3pPr>
            <a:lvl4pPr marR="0" lvl="3" algn="l" rtl="0">
              <a:spcBef>
                <a:spcPts val="0"/>
              </a:spcBef>
              <a:spcAft>
                <a:spcPts val="0"/>
              </a:spcAft>
              <a:buSzPts val="1400"/>
              <a:buNone/>
              <a:defRPr sz="2880" b="0" i="0" u="none" strike="noStrike" cap="none">
                <a:solidFill>
                  <a:schemeClr val="dk1"/>
                </a:solidFill>
                <a:latin typeface="Arial Narrow"/>
                <a:ea typeface="Arial Narrow"/>
                <a:cs typeface="Arial Narrow"/>
                <a:sym typeface="Arial Narrow"/>
              </a:defRPr>
            </a:lvl4pPr>
            <a:lvl5pPr marR="0" lvl="4" algn="l" rtl="0">
              <a:spcBef>
                <a:spcPts val="0"/>
              </a:spcBef>
              <a:spcAft>
                <a:spcPts val="0"/>
              </a:spcAft>
              <a:buSzPts val="1400"/>
              <a:buNone/>
              <a:defRPr sz="2880" b="0" i="0" u="none" strike="noStrike" cap="none">
                <a:solidFill>
                  <a:schemeClr val="dk1"/>
                </a:solidFill>
                <a:latin typeface="Arial Narrow"/>
                <a:ea typeface="Arial Narrow"/>
                <a:cs typeface="Arial Narrow"/>
                <a:sym typeface="Arial Narrow"/>
              </a:defRPr>
            </a:lvl5pPr>
            <a:lvl6pPr marR="0" lvl="5" algn="l" rtl="0">
              <a:spcBef>
                <a:spcPts val="0"/>
              </a:spcBef>
              <a:spcAft>
                <a:spcPts val="0"/>
              </a:spcAft>
              <a:buSzPts val="1400"/>
              <a:buNone/>
              <a:defRPr sz="2880" b="0" i="0" u="none" strike="noStrike" cap="none">
                <a:solidFill>
                  <a:schemeClr val="dk1"/>
                </a:solidFill>
                <a:latin typeface="Arial Narrow"/>
                <a:ea typeface="Arial Narrow"/>
                <a:cs typeface="Arial Narrow"/>
                <a:sym typeface="Arial Narrow"/>
              </a:defRPr>
            </a:lvl6pPr>
            <a:lvl7pPr marR="0" lvl="6" algn="l" rtl="0">
              <a:spcBef>
                <a:spcPts val="0"/>
              </a:spcBef>
              <a:spcAft>
                <a:spcPts val="0"/>
              </a:spcAft>
              <a:buSzPts val="1400"/>
              <a:buNone/>
              <a:defRPr sz="2880" b="0" i="0" u="none" strike="noStrike" cap="none">
                <a:solidFill>
                  <a:schemeClr val="dk1"/>
                </a:solidFill>
                <a:latin typeface="Arial Narrow"/>
                <a:ea typeface="Arial Narrow"/>
                <a:cs typeface="Arial Narrow"/>
                <a:sym typeface="Arial Narrow"/>
              </a:defRPr>
            </a:lvl7pPr>
            <a:lvl8pPr marR="0" lvl="7" algn="l" rtl="0">
              <a:spcBef>
                <a:spcPts val="0"/>
              </a:spcBef>
              <a:spcAft>
                <a:spcPts val="0"/>
              </a:spcAft>
              <a:buSzPts val="1400"/>
              <a:buNone/>
              <a:defRPr sz="2880" b="0" i="0" u="none" strike="noStrike" cap="none">
                <a:solidFill>
                  <a:schemeClr val="dk1"/>
                </a:solidFill>
                <a:latin typeface="Arial Narrow"/>
                <a:ea typeface="Arial Narrow"/>
                <a:cs typeface="Arial Narrow"/>
                <a:sym typeface="Arial Narrow"/>
              </a:defRPr>
            </a:lvl8pPr>
            <a:lvl9pPr marR="0" lvl="8" algn="l" rtl="0">
              <a:spcBef>
                <a:spcPts val="0"/>
              </a:spcBef>
              <a:spcAft>
                <a:spcPts val="0"/>
              </a:spcAft>
              <a:buSzPts val="1400"/>
              <a:buNone/>
              <a:defRPr sz="2880" b="0" i="0" u="none" strike="noStrike" cap="none">
                <a:solidFill>
                  <a:schemeClr val="dk1"/>
                </a:solidFill>
                <a:latin typeface="Arial Narrow"/>
                <a:ea typeface="Arial Narrow"/>
                <a:cs typeface="Arial Narrow"/>
                <a:sym typeface="Arial Narrow"/>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
        <p:nvSpPr>
          <p:cNvPr id="148" name="Google Shape;148;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9" name="Google Shape;149;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
        <p:cNvGrpSpPr/>
        <p:nvPr/>
      </p:nvGrpSpPr>
      <p:grpSpPr>
        <a:xfrm>
          <a:off x="0" y="0"/>
          <a:ext cx="0" cy="0"/>
          <a:chOff x="0" y="0"/>
          <a:chExt cx="0" cy="0"/>
        </a:xfrm>
      </p:grpSpPr>
      <p:sp>
        <p:nvSpPr>
          <p:cNvPr id="21" name="Google Shape;21;p3"/>
          <p:cNvSpPr txBox="1">
            <a:spLocks noGrp="1"/>
          </p:cNvSpPr>
          <p:nvPr>
            <p:ph type="ctrTitle"/>
          </p:nvPr>
        </p:nvSpPr>
        <p:spPr>
          <a:xfrm>
            <a:off x="3292477" y="10226676"/>
            <a:ext cx="37306252" cy="7054851"/>
          </a:xfrm>
          <a:prstGeom prst="rect">
            <a:avLst/>
          </a:prstGeom>
          <a:noFill/>
          <a:ln>
            <a:noFill/>
          </a:ln>
        </p:spPr>
        <p:txBody>
          <a:bodyPr spcFirstLastPara="1" wrap="square" lIns="76050" tIns="38000" rIns="76050" bIns="380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2" name="Google Shape;22;p3"/>
          <p:cNvSpPr txBox="1">
            <a:spLocks noGrp="1"/>
          </p:cNvSpPr>
          <p:nvPr>
            <p:ph type="subTitle" idx="1"/>
          </p:nvPr>
        </p:nvSpPr>
        <p:spPr>
          <a:xfrm>
            <a:off x="6583365" y="18653127"/>
            <a:ext cx="30724474" cy="8413749"/>
          </a:xfrm>
          <a:prstGeom prst="rect">
            <a:avLst/>
          </a:prstGeom>
          <a:noFill/>
          <a:ln>
            <a:noFill/>
          </a:ln>
        </p:spPr>
        <p:txBody>
          <a:bodyPr spcFirstLastPara="1" wrap="square" lIns="380325" tIns="380325" rIns="380325" bIns="380325" anchor="t" anchorCtr="0">
            <a:noAutofit/>
          </a:bodyPr>
          <a:lstStyle>
            <a:lvl1pPr lvl="0" algn="ctr">
              <a:spcBef>
                <a:spcPts val="512"/>
              </a:spcBef>
              <a:spcAft>
                <a:spcPts val="0"/>
              </a:spcAft>
              <a:buClr>
                <a:schemeClr val="dk1"/>
              </a:buClr>
              <a:buSzPts val="2560"/>
              <a:buFont typeface="Arial"/>
              <a:buNone/>
              <a:defRPr/>
            </a:lvl1pPr>
            <a:lvl2pPr lvl="1" algn="ctr">
              <a:spcBef>
                <a:spcPts val="512"/>
              </a:spcBef>
              <a:spcAft>
                <a:spcPts val="0"/>
              </a:spcAft>
              <a:buClr>
                <a:schemeClr val="dk1"/>
              </a:buClr>
              <a:buSzPts val="2560"/>
              <a:buFont typeface="Arial"/>
              <a:buNone/>
              <a:defRPr/>
            </a:lvl2pPr>
            <a:lvl3pPr lvl="2" algn="ctr">
              <a:spcBef>
                <a:spcPts val="427"/>
              </a:spcBef>
              <a:spcAft>
                <a:spcPts val="0"/>
              </a:spcAft>
              <a:buClr>
                <a:schemeClr val="dk1"/>
              </a:buClr>
              <a:buSzPts val="2133"/>
              <a:buFont typeface="Arial"/>
              <a:buNone/>
              <a:defRPr/>
            </a:lvl3pPr>
            <a:lvl4pPr lvl="3" algn="ctr">
              <a:spcBef>
                <a:spcPts val="341"/>
              </a:spcBef>
              <a:spcAft>
                <a:spcPts val="0"/>
              </a:spcAft>
              <a:buClr>
                <a:schemeClr val="dk1"/>
              </a:buClr>
              <a:buSzPts val="1707"/>
              <a:buFont typeface="Arial"/>
              <a:buNone/>
              <a:defRPr/>
            </a:lvl4pPr>
            <a:lvl5pPr lvl="4" algn="ctr">
              <a:spcBef>
                <a:spcPts val="341"/>
              </a:spcBef>
              <a:spcAft>
                <a:spcPts val="0"/>
              </a:spcAft>
              <a:buClr>
                <a:schemeClr val="dk1"/>
              </a:buClr>
              <a:buSzPts val="1707"/>
              <a:buFont typeface="Arial"/>
              <a:buNone/>
              <a:defRPr/>
            </a:lvl5pPr>
            <a:lvl6pPr lvl="5" algn="ctr">
              <a:spcBef>
                <a:spcPts val="341"/>
              </a:spcBef>
              <a:spcAft>
                <a:spcPts val="0"/>
              </a:spcAft>
              <a:buClr>
                <a:schemeClr val="dk1"/>
              </a:buClr>
              <a:buSzPts val="1707"/>
              <a:buFont typeface="Arial"/>
              <a:buNone/>
              <a:defRPr/>
            </a:lvl6pPr>
            <a:lvl7pPr lvl="6" algn="ctr">
              <a:spcBef>
                <a:spcPts val="341"/>
              </a:spcBef>
              <a:spcAft>
                <a:spcPts val="0"/>
              </a:spcAft>
              <a:buClr>
                <a:schemeClr val="dk1"/>
              </a:buClr>
              <a:buSzPts val="1707"/>
              <a:buFont typeface="Arial"/>
              <a:buNone/>
              <a:defRPr/>
            </a:lvl7pPr>
            <a:lvl8pPr lvl="7" algn="ctr">
              <a:spcBef>
                <a:spcPts val="341"/>
              </a:spcBef>
              <a:spcAft>
                <a:spcPts val="0"/>
              </a:spcAft>
              <a:buClr>
                <a:schemeClr val="dk1"/>
              </a:buClr>
              <a:buSzPts val="1707"/>
              <a:buFont typeface="Arial"/>
              <a:buNone/>
              <a:defRPr/>
            </a:lvl8pPr>
            <a:lvl9pPr lvl="8" algn="ctr">
              <a:spcBef>
                <a:spcPts val="341"/>
              </a:spcBef>
              <a:spcAft>
                <a:spcPts val="0"/>
              </a:spcAft>
              <a:buClr>
                <a:schemeClr val="dk1"/>
              </a:buClr>
              <a:buSzPts val="1707"/>
              <a:buFont typeface="Arial"/>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960120" y="1272540"/>
            <a:ext cx="41925239" cy="2202180"/>
          </a:xfrm>
          <a:prstGeom prst="rect">
            <a:avLst/>
          </a:prstGeom>
          <a:noFill/>
          <a:ln>
            <a:noFill/>
          </a:ln>
        </p:spPr>
        <p:txBody>
          <a:bodyPr spcFirstLastPara="1" wrap="square" lIns="76050" tIns="38000" rIns="76050" bIns="380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693421" y="5638800"/>
            <a:ext cx="9974580" cy="26563319"/>
          </a:xfrm>
          <a:prstGeom prst="rect">
            <a:avLst/>
          </a:prstGeom>
          <a:noFill/>
          <a:ln>
            <a:noFill/>
          </a:ln>
        </p:spPr>
        <p:txBody>
          <a:bodyPr spcFirstLastPara="1" wrap="square" lIns="380325" tIns="380325" rIns="380325" bIns="380325"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6"/>
        <p:cNvGrpSpPr/>
        <p:nvPr/>
      </p:nvGrpSpPr>
      <p:grpSpPr>
        <a:xfrm>
          <a:off x="0" y="0"/>
          <a:ext cx="0" cy="0"/>
          <a:chOff x="0" y="0"/>
          <a:chExt cx="0" cy="0"/>
        </a:xfrm>
      </p:grpSpPr>
      <p:sp>
        <p:nvSpPr>
          <p:cNvPr id="27" name="Google Shape;27;p5"/>
          <p:cNvSpPr txBox="1">
            <a:spLocks noGrp="1"/>
          </p:cNvSpPr>
          <p:nvPr>
            <p:ph type="title"/>
          </p:nvPr>
        </p:nvSpPr>
        <p:spPr>
          <a:xfrm>
            <a:off x="3467103" y="21153441"/>
            <a:ext cx="37307839" cy="6537326"/>
          </a:xfrm>
          <a:prstGeom prst="rect">
            <a:avLst/>
          </a:prstGeom>
          <a:noFill/>
          <a:ln>
            <a:noFill/>
          </a:ln>
        </p:spPr>
        <p:txBody>
          <a:bodyPr spcFirstLastPara="1" wrap="square" lIns="76050" tIns="38000" rIns="76050" bIns="38000" anchor="t" anchorCtr="0">
            <a:noAutofit/>
          </a:bodyPr>
          <a:lstStyle>
            <a:lvl1pPr lvl="0" algn="l">
              <a:spcBef>
                <a:spcPts val="0"/>
              </a:spcBef>
              <a:spcAft>
                <a:spcPts val="0"/>
              </a:spcAft>
              <a:buSzPts val="1400"/>
              <a:buNone/>
              <a:defRPr sz="352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8" name="Google Shape;28;p5"/>
          <p:cNvSpPr txBox="1">
            <a:spLocks noGrp="1"/>
          </p:cNvSpPr>
          <p:nvPr>
            <p:ph type="body" idx="1"/>
          </p:nvPr>
        </p:nvSpPr>
        <p:spPr>
          <a:xfrm>
            <a:off x="3467103" y="13952538"/>
            <a:ext cx="37307839" cy="7200900"/>
          </a:xfrm>
          <a:prstGeom prst="rect">
            <a:avLst/>
          </a:prstGeom>
          <a:noFill/>
          <a:ln>
            <a:noFill/>
          </a:ln>
        </p:spPr>
        <p:txBody>
          <a:bodyPr spcFirstLastPara="1" wrap="square" lIns="380325" tIns="380325" rIns="380325" bIns="380325" anchor="b" anchorCtr="0">
            <a:noAutofit/>
          </a:bodyPr>
          <a:lstStyle>
            <a:lvl1pPr marL="457200" lvl="0" indent="-228600" algn="l">
              <a:spcBef>
                <a:spcPts val="363"/>
              </a:spcBef>
              <a:spcAft>
                <a:spcPts val="0"/>
              </a:spcAft>
              <a:buClr>
                <a:schemeClr val="dk1"/>
              </a:buClr>
              <a:buSzPts val="1813"/>
              <a:buFont typeface="Arial"/>
              <a:buNone/>
              <a:defRPr sz="1812"/>
            </a:lvl1pPr>
            <a:lvl2pPr marL="914400" lvl="1" indent="-228600" algn="l">
              <a:spcBef>
                <a:spcPts val="320"/>
              </a:spcBef>
              <a:spcAft>
                <a:spcPts val="0"/>
              </a:spcAft>
              <a:buClr>
                <a:schemeClr val="dk1"/>
              </a:buClr>
              <a:buSzPts val="1600"/>
              <a:buFont typeface="Arial"/>
              <a:buNone/>
              <a:defRPr sz="1600"/>
            </a:lvl2pPr>
            <a:lvl3pPr marL="1371600" lvl="2" indent="-228600" algn="l">
              <a:spcBef>
                <a:spcPts val="277"/>
              </a:spcBef>
              <a:spcAft>
                <a:spcPts val="0"/>
              </a:spcAft>
              <a:buClr>
                <a:schemeClr val="dk1"/>
              </a:buClr>
              <a:buSzPts val="1387"/>
              <a:buFont typeface="Arial"/>
              <a:buNone/>
              <a:defRPr sz="1387"/>
            </a:lvl3pPr>
            <a:lvl4pPr marL="1828800" lvl="3" indent="-228600" algn="l">
              <a:spcBef>
                <a:spcPts val="256"/>
              </a:spcBef>
              <a:spcAft>
                <a:spcPts val="0"/>
              </a:spcAft>
              <a:buClr>
                <a:schemeClr val="dk1"/>
              </a:buClr>
              <a:buSzPts val="1280"/>
              <a:buFont typeface="Arial"/>
              <a:buNone/>
              <a:defRPr sz="1280"/>
            </a:lvl4pPr>
            <a:lvl5pPr marL="2286000" lvl="4" indent="-228600" algn="l">
              <a:spcBef>
                <a:spcPts val="256"/>
              </a:spcBef>
              <a:spcAft>
                <a:spcPts val="0"/>
              </a:spcAft>
              <a:buClr>
                <a:schemeClr val="dk1"/>
              </a:buClr>
              <a:buSzPts val="1280"/>
              <a:buFont typeface="Arial"/>
              <a:buNone/>
              <a:defRPr sz="1280"/>
            </a:lvl5pPr>
            <a:lvl6pPr marL="2743200" lvl="5" indent="-228600" algn="l">
              <a:spcBef>
                <a:spcPts val="256"/>
              </a:spcBef>
              <a:spcAft>
                <a:spcPts val="0"/>
              </a:spcAft>
              <a:buClr>
                <a:schemeClr val="dk1"/>
              </a:buClr>
              <a:buSzPts val="1280"/>
              <a:buFont typeface="Arial"/>
              <a:buNone/>
              <a:defRPr sz="1280"/>
            </a:lvl6pPr>
            <a:lvl7pPr marL="3200400" lvl="6" indent="-228600" algn="l">
              <a:spcBef>
                <a:spcPts val="256"/>
              </a:spcBef>
              <a:spcAft>
                <a:spcPts val="0"/>
              </a:spcAft>
              <a:buClr>
                <a:schemeClr val="dk1"/>
              </a:buClr>
              <a:buSzPts val="1280"/>
              <a:buFont typeface="Arial"/>
              <a:buNone/>
              <a:defRPr sz="1280"/>
            </a:lvl7pPr>
            <a:lvl8pPr marL="3657600" lvl="7" indent="-228600" algn="l">
              <a:spcBef>
                <a:spcPts val="256"/>
              </a:spcBef>
              <a:spcAft>
                <a:spcPts val="0"/>
              </a:spcAft>
              <a:buClr>
                <a:schemeClr val="dk1"/>
              </a:buClr>
              <a:buSzPts val="1280"/>
              <a:buFont typeface="Arial"/>
              <a:buNone/>
              <a:defRPr sz="1280"/>
            </a:lvl8pPr>
            <a:lvl9pPr marL="4114800" lvl="8" indent="-228600" algn="l">
              <a:spcBef>
                <a:spcPts val="256"/>
              </a:spcBef>
              <a:spcAft>
                <a:spcPts val="0"/>
              </a:spcAft>
              <a:buClr>
                <a:schemeClr val="dk1"/>
              </a:buClr>
              <a:buSzPts val="1280"/>
              <a:buFont typeface="Arial"/>
              <a:buNone/>
              <a:defRPr sz="128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960120" y="1272540"/>
            <a:ext cx="41925239" cy="2202180"/>
          </a:xfrm>
          <a:prstGeom prst="rect">
            <a:avLst/>
          </a:prstGeom>
          <a:noFill/>
          <a:ln>
            <a:noFill/>
          </a:ln>
        </p:spPr>
        <p:txBody>
          <a:bodyPr spcFirstLastPara="1" wrap="square" lIns="76050" tIns="38000" rIns="76050" bIns="380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1" name="Google Shape;31;p6"/>
          <p:cNvSpPr txBox="1">
            <a:spLocks noGrp="1"/>
          </p:cNvSpPr>
          <p:nvPr>
            <p:ph type="body" idx="1"/>
          </p:nvPr>
        </p:nvSpPr>
        <p:spPr>
          <a:xfrm>
            <a:off x="693739" y="5638802"/>
            <a:ext cx="4910137" cy="26563637"/>
          </a:xfrm>
          <a:prstGeom prst="rect">
            <a:avLst/>
          </a:prstGeom>
          <a:noFill/>
          <a:ln>
            <a:noFill/>
          </a:ln>
        </p:spPr>
        <p:txBody>
          <a:bodyPr spcFirstLastPara="1" wrap="square" lIns="380325" tIns="380325" rIns="380325" bIns="380325" anchor="t" anchorCtr="0">
            <a:noAutofit/>
          </a:bodyPr>
          <a:lstStyle>
            <a:lvl1pPr marL="457200" lvl="0" indent="-384365" algn="l">
              <a:spcBef>
                <a:spcPts val="491"/>
              </a:spcBef>
              <a:spcAft>
                <a:spcPts val="0"/>
              </a:spcAft>
              <a:buClr>
                <a:schemeClr val="dk1"/>
              </a:buClr>
              <a:buSzPts val="2453"/>
              <a:buFont typeface="Arial"/>
              <a:buChar char="•"/>
              <a:defRPr sz="2453"/>
            </a:lvl1pPr>
            <a:lvl2pPr marL="914400" lvl="1" indent="-364045" algn="l">
              <a:spcBef>
                <a:spcPts val="427"/>
              </a:spcBef>
              <a:spcAft>
                <a:spcPts val="0"/>
              </a:spcAft>
              <a:buClr>
                <a:schemeClr val="dk1"/>
              </a:buClr>
              <a:buSzPts val="2133"/>
              <a:buFont typeface="Arial"/>
              <a:buChar char="–"/>
              <a:defRPr sz="2133"/>
            </a:lvl2pPr>
            <a:lvl3pPr marL="1371600" lvl="2" indent="-343725" algn="l">
              <a:spcBef>
                <a:spcPts val="363"/>
              </a:spcBef>
              <a:spcAft>
                <a:spcPts val="0"/>
              </a:spcAft>
              <a:buClr>
                <a:schemeClr val="dk1"/>
              </a:buClr>
              <a:buSzPts val="1813"/>
              <a:buFont typeface="Arial"/>
              <a:buChar char="•"/>
              <a:defRPr sz="1812"/>
            </a:lvl3pPr>
            <a:lvl4pPr marL="1828800" lvl="3" indent="-330200" algn="l">
              <a:spcBef>
                <a:spcPts val="320"/>
              </a:spcBef>
              <a:spcAft>
                <a:spcPts val="0"/>
              </a:spcAft>
              <a:buClr>
                <a:schemeClr val="dk1"/>
              </a:buClr>
              <a:buSzPts val="1600"/>
              <a:buFont typeface="Arial"/>
              <a:buChar char="–"/>
              <a:defRPr sz="1600"/>
            </a:lvl4pPr>
            <a:lvl5pPr marL="2286000" lvl="4" indent="-330200" algn="l">
              <a:spcBef>
                <a:spcPts val="320"/>
              </a:spcBef>
              <a:spcAft>
                <a:spcPts val="0"/>
              </a:spcAft>
              <a:buClr>
                <a:schemeClr val="dk1"/>
              </a:buClr>
              <a:buSzPts val="1600"/>
              <a:buFont typeface="Arial"/>
              <a:buChar char="»"/>
              <a:defRPr sz="1600"/>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
        <p:nvSpPr>
          <p:cNvPr id="32" name="Google Shape;32;p6"/>
          <p:cNvSpPr txBox="1">
            <a:spLocks noGrp="1"/>
          </p:cNvSpPr>
          <p:nvPr>
            <p:ph type="body" idx="2"/>
          </p:nvPr>
        </p:nvSpPr>
        <p:spPr>
          <a:xfrm>
            <a:off x="5756275" y="5638802"/>
            <a:ext cx="4911725" cy="26563637"/>
          </a:xfrm>
          <a:prstGeom prst="rect">
            <a:avLst/>
          </a:prstGeom>
          <a:noFill/>
          <a:ln>
            <a:noFill/>
          </a:ln>
        </p:spPr>
        <p:txBody>
          <a:bodyPr spcFirstLastPara="1" wrap="square" lIns="380325" tIns="380325" rIns="380325" bIns="380325" anchor="t" anchorCtr="0">
            <a:noAutofit/>
          </a:bodyPr>
          <a:lstStyle>
            <a:lvl1pPr marL="457200" lvl="0" indent="-384365" algn="l">
              <a:spcBef>
                <a:spcPts val="491"/>
              </a:spcBef>
              <a:spcAft>
                <a:spcPts val="0"/>
              </a:spcAft>
              <a:buClr>
                <a:schemeClr val="dk1"/>
              </a:buClr>
              <a:buSzPts val="2453"/>
              <a:buFont typeface="Arial"/>
              <a:buChar char="•"/>
              <a:defRPr sz="2453"/>
            </a:lvl1pPr>
            <a:lvl2pPr marL="914400" lvl="1" indent="-364045" algn="l">
              <a:spcBef>
                <a:spcPts val="427"/>
              </a:spcBef>
              <a:spcAft>
                <a:spcPts val="0"/>
              </a:spcAft>
              <a:buClr>
                <a:schemeClr val="dk1"/>
              </a:buClr>
              <a:buSzPts val="2133"/>
              <a:buFont typeface="Arial"/>
              <a:buChar char="–"/>
              <a:defRPr sz="2133"/>
            </a:lvl2pPr>
            <a:lvl3pPr marL="1371600" lvl="2" indent="-343725" algn="l">
              <a:spcBef>
                <a:spcPts val="363"/>
              </a:spcBef>
              <a:spcAft>
                <a:spcPts val="0"/>
              </a:spcAft>
              <a:buClr>
                <a:schemeClr val="dk1"/>
              </a:buClr>
              <a:buSzPts val="1813"/>
              <a:buFont typeface="Arial"/>
              <a:buChar char="•"/>
              <a:defRPr sz="1812"/>
            </a:lvl3pPr>
            <a:lvl4pPr marL="1828800" lvl="3" indent="-330200" algn="l">
              <a:spcBef>
                <a:spcPts val="320"/>
              </a:spcBef>
              <a:spcAft>
                <a:spcPts val="0"/>
              </a:spcAft>
              <a:buClr>
                <a:schemeClr val="dk1"/>
              </a:buClr>
              <a:buSzPts val="1600"/>
              <a:buFont typeface="Arial"/>
              <a:buChar char="–"/>
              <a:defRPr sz="1600"/>
            </a:lvl4pPr>
            <a:lvl5pPr marL="2286000" lvl="4" indent="-330200" algn="l">
              <a:spcBef>
                <a:spcPts val="320"/>
              </a:spcBef>
              <a:spcAft>
                <a:spcPts val="0"/>
              </a:spcAft>
              <a:buClr>
                <a:schemeClr val="dk1"/>
              </a:buClr>
              <a:buSzPts val="1600"/>
              <a:buFont typeface="Arial"/>
              <a:buChar char="»"/>
              <a:defRPr sz="1600"/>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2193926" y="1317626"/>
            <a:ext cx="39503351" cy="5486400"/>
          </a:xfrm>
          <a:prstGeom prst="rect">
            <a:avLst/>
          </a:prstGeom>
          <a:noFill/>
          <a:ln>
            <a:noFill/>
          </a:ln>
        </p:spPr>
        <p:txBody>
          <a:bodyPr spcFirstLastPara="1" wrap="square" lIns="76050" tIns="38000" rIns="76050" bIns="380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5" name="Google Shape;35;p7"/>
          <p:cNvSpPr txBox="1">
            <a:spLocks noGrp="1"/>
          </p:cNvSpPr>
          <p:nvPr>
            <p:ph type="body" idx="1"/>
          </p:nvPr>
        </p:nvSpPr>
        <p:spPr>
          <a:xfrm>
            <a:off x="2193926" y="7369178"/>
            <a:ext cx="19392900" cy="3070226"/>
          </a:xfrm>
          <a:prstGeom prst="rect">
            <a:avLst/>
          </a:prstGeom>
          <a:noFill/>
          <a:ln>
            <a:noFill/>
          </a:ln>
        </p:spPr>
        <p:txBody>
          <a:bodyPr spcFirstLastPara="1" wrap="square" lIns="380325" tIns="380325" rIns="380325" bIns="380325" anchor="b" anchorCtr="0">
            <a:noAutofit/>
          </a:bodyPr>
          <a:lstStyle>
            <a:lvl1pPr marL="457200" lvl="0" indent="-228600" algn="l">
              <a:spcBef>
                <a:spcPts val="427"/>
              </a:spcBef>
              <a:spcAft>
                <a:spcPts val="0"/>
              </a:spcAft>
              <a:buClr>
                <a:schemeClr val="dk1"/>
              </a:buClr>
              <a:buSzPts val="2133"/>
              <a:buFont typeface="Arial"/>
              <a:buNone/>
              <a:defRPr sz="2133" b="1"/>
            </a:lvl1pPr>
            <a:lvl2pPr marL="914400" lvl="1" indent="-228600" algn="l">
              <a:spcBef>
                <a:spcPts val="363"/>
              </a:spcBef>
              <a:spcAft>
                <a:spcPts val="0"/>
              </a:spcAft>
              <a:buClr>
                <a:schemeClr val="dk1"/>
              </a:buClr>
              <a:buSzPts val="1813"/>
              <a:buFont typeface="Arial"/>
              <a:buNone/>
              <a:defRPr sz="1812" b="1"/>
            </a:lvl2pPr>
            <a:lvl3pPr marL="1371600" lvl="2" indent="-228600" algn="l">
              <a:spcBef>
                <a:spcPts val="320"/>
              </a:spcBef>
              <a:spcAft>
                <a:spcPts val="0"/>
              </a:spcAft>
              <a:buClr>
                <a:schemeClr val="dk1"/>
              </a:buClr>
              <a:buSzPts val="1600"/>
              <a:buFont typeface="Arial"/>
              <a:buNone/>
              <a:defRPr sz="1600" b="1"/>
            </a:lvl3pPr>
            <a:lvl4pPr marL="1828800" lvl="3" indent="-228600" algn="l">
              <a:spcBef>
                <a:spcPts val="277"/>
              </a:spcBef>
              <a:spcAft>
                <a:spcPts val="0"/>
              </a:spcAft>
              <a:buClr>
                <a:schemeClr val="dk1"/>
              </a:buClr>
              <a:buSzPts val="1387"/>
              <a:buFont typeface="Arial"/>
              <a:buNone/>
              <a:defRPr sz="1387" b="1"/>
            </a:lvl4pPr>
            <a:lvl5pPr marL="2286000" lvl="4" indent="-228600" algn="l">
              <a:spcBef>
                <a:spcPts val="277"/>
              </a:spcBef>
              <a:spcAft>
                <a:spcPts val="0"/>
              </a:spcAft>
              <a:buClr>
                <a:schemeClr val="dk1"/>
              </a:buClr>
              <a:buSzPts val="1387"/>
              <a:buFont typeface="Arial"/>
              <a:buNone/>
              <a:defRPr sz="1387" b="1"/>
            </a:lvl5pPr>
            <a:lvl6pPr marL="2743200" lvl="5" indent="-228600" algn="l">
              <a:spcBef>
                <a:spcPts val="277"/>
              </a:spcBef>
              <a:spcAft>
                <a:spcPts val="0"/>
              </a:spcAft>
              <a:buClr>
                <a:schemeClr val="dk1"/>
              </a:buClr>
              <a:buSzPts val="1387"/>
              <a:buFont typeface="Arial"/>
              <a:buNone/>
              <a:defRPr sz="1387" b="1"/>
            </a:lvl6pPr>
            <a:lvl7pPr marL="3200400" lvl="6" indent="-228600" algn="l">
              <a:spcBef>
                <a:spcPts val="277"/>
              </a:spcBef>
              <a:spcAft>
                <a:spcPts val="0"/>
              </a:spcAft>
              <a:buClr>
                <a:schemeClr val="dk1"/>
              </a:buClr>
              <a:buSzPts val="1387"/>
              <a:buFont typeface="Arial"/>
              <a:buNone/>
              <a:defRPr sz="1387" b="1"/>
            </a:lvl7pPr>
            <a:lvl8pPr marL="3657600" lvl="7" indent="-228600" algn="l">
              <a:spcBef>
                <a:spcPts val="277"/>
              </a:spcBef>
              <a:spcAft>
                <a:spcPts val="0"/>
              </a:spcAft>
              <a:buClr>
                <a:schemeClr val="dk1"/>
              </a:buClr>
              <a:buSzPts val="1387"/>
              <a:buFont typeface="Arial"/>
              <a:buNone/>
              <a:defRPr sz="1387" b="1"/>
            </a:lvl8pPr>
            <a:lvl9pPr marL="4114800" lvl="8" indent="-228600" algn="l">
              <a:spcBef>
                <a:spcPts val="277"/>
              </a:spcBef>
              <a:spcAft>
                <a:spcPts val="0"/>
              </a:spcAft>
              <a:buClr>
                <a:schemeClr val="dk1"/>
              </a:buClr>
              <a:buSzPts val="1387"/>
              <a:buFont typeface="Arial"/>
              <a:buNone/>
              <a:defRPr sz="1387" b="1"/>
            </a:lvl9pPr>
          </a:lstStyle>
          <a:p>
            <a:endParaRPr/>
          </a:p>
        </p:txBody>
      </p:sp>
      <p:sp>
        <p:nvSpPr>
          <p:cNvPr id="36" name="Google Shape;36;p7"/>
          <p:cNvSpPr txBox="1">
            <a:spLocks noGrp="1"/>
          </p:cNvSpPr>
          <p:nvPr>
            <p:ph type="body" idx="2"/>
          </p:nvPr>
        </p:nvSpPr>
        <p:spPr>
          <a:xfrm>
            <a:off x="2193926" y="10439402"/>
            <a:ext cx="19392900" cy="18965864"/>
          </a:xfrm>
          <a:prstGeom prst="rect">
            <a:avLst/>
          </a:prstGeom>
          <a:noFill/>
          <a:ln>
            <a:noFill/>
          </a:ln>
        </p:spPr>
        <p:txBody>
          <a:bodyPr spcFirstLastPara="1" wrap="square" lIns="380325" tIns="380325" rIns="380325" bIns="380325" anchor="t" anchorCtr="0">
            <a:noAutofit/>
          </a:bodyPr>
          <a:lstStyle>
            <a:lvl1pPr marL="457200" lvl="0" indent="-364045" algn="l">
              <a:spcBef>
                <a:spcPts val="427"/>
              </a:spcBef>
              <a:spcAft>
                <a:spcPts val="0"/>
              </a:spcAft>
              <a:buClr>
                <a:schemeClr val="dk1"/>
              </a:buClr>
              <a:buSzPts val="2133"/>
              <a:buFont typeface="Arial"/>
              <a:buChar char="•"/>
              <a:defRPr sz="2133"/>
            </a:lvl1pPr>
            <a:lvl2pPr marL="914400" lvl="1" indent="-343725" algn="l">
              <a:spcBef>
                <a:spcPts val="363"/>
              </a:spcBef>
              <a:spcAft>
                <a:spcPts val="0"/>
              </a:spcAft>
              <a:buClr>
                <a:schemeClr val="dk1"/>
              </a:buClr>
              <a:buSzPts val="1813"/>
              <a:buFont typeface="Arial"/>
              <a:buChar char="–"/>
              <a:defRPr sz="1812"/>
            </a:lvl2pPr>
            <a:lvl3pPr marL="1371600" lvl="2" indent="-330200" algn="l">
              <a:spcBef>
                <a:spcPts val="320"/>
              </a:spcBef>
              <a:spcAft>
                <a:spcPts val="0"/>
              </a:spcAft>
              <a:buClr>
                <a:schemeClr val="dk1"/>
              </a:buClr>
              <a:buSzPts val="1600"/>
              <a:buFont typeface="Arial"/>
              <a:buChar char="•"/>
              <a:defRPr sz="1600"/>
            </a:lvl3pPr>
            <a:lvl4pPr marL="1828800" lvl="3" indent="-316674" algn="l">
              <a:spcBef>
                <a:spcPts val="277"/>
              </a:spcBef>
              <a:spcAft>
                <a:spcPts val="0"/>
              </a:spcAft>
              <a:buClr>
                <a:schemeClr val="dk1"/>
              </a:buClr>
              <a:buSzPts val="1387"/>
              <a:buFont typeface="Arial"/>
              <a:buChar char="–"/>
              <a:defRPr sz="1387"/>
            </a:lvl4pPr>
            <a:lvl5pPr marL="2286000" lvl="4" indent="-316674" algn="l">
              <a:spcBef>
                <a:spcPts val="277"/>
              </a:spcBef>
              <a:spcAft>
                <a:spcPts val="0"/>
              </a:spcAft>
              <a:buClr>
                <a:schemeClr val="dk1"/>
              </a:buClr>
              <a:buSzPts val="1387"/>
              <a:buFont typeface="Arial"/>
              <a:buChar char="»"/>
              <a:defRPr sz="1387"/>
            </a:lvl5pPr>
            <a:lvl6pPr marL="2743200" lvl="5" indent="-316674" algn="l">
              <a:spcBef>
                <a:spcPts val="277"/>
              </a:spcBef>
              <a:spcAft>
                <a:spcPts val="0"/>
              </a:spcAft>
              <a:buClr>
                <a:schemeClr val="dk1"/>
              </a:buClr>
              <a:buSzPts val="1387"/>
              <a:buFont typeface="Arial"/>
              <a:buChar char="»"/>
              <a:defRPr sz="1387"/>
            </a:lvl6pPr>
            <a:lvl7pPr marL="3200400" lvl="6" indent="-316674" algn="l">
              <a:spcBef>
                <a:spcPts val="277"/>
              </a:spcBef>
              <a:spcAft>
                <a:spcPts val="0"/>
              </a:spcAft>
              <a:buClr>
                <a:schemeClr val="dk1"/>
              </a:buClr>
              <a:buSzPts val="1387"/>
              <a:buFont typeface="Arial"/>
              <a:buChar char="»"/>
              <a:defRPr sz="1387"/>
            </a:lvl7pPr>
            <a:lvl8pPr marL="3657600" lvl="7" indent="-316674" algn="l">
              <a:spcBef>
                <a:spcPts val="277"/>
              </a:spcBef>
              <a:spcAft>
                <a:spcPts val="0"/>
              </a:spcAft>
              <a:buClr>
                <a:schemeClr val="dk1"/>
              </a:buClr>
              <a:buSzPts val="1387"/>
              <a:buFont typeface="Arial"/>
              <a:buChar char="»"/>
              <a:defRPr sz="1387"/>
            </a:lvl8pPr>
            <a:lvl9pPr marL="4114800" lvl="8" indent="-316674" algn="l">
              <a:spcBef>
                <a:spcPts val="277"/>
              </a:spcBef>
              <a:spcAft>
                <a:spcPts val="0"/>
              </a:spcAft>
              <a:buClr>
                <a:schemeClr val="dk1"/>
              </a:buClr>
              <a:buSzPts val="1387"/>
              <a:buFont typeface="Arial"/>
              <a:buChar char="»"/>
              <a:defRPr sz="1387"/>
            </a:lvl9pPr>
          </a:lstStyle>
          <a:p>
            <a:endParaRPr/>
          </a:p>
        </p:txBody>
      </p:sp>
      <p:sp>
        <p:nvSpPr>
          <p:cNvPr id="37" name="Google Shape;37;p7"/>
          <p:cNvSpPr txBox="1">
            <a:spLocks noGrp="1"/>
          </p:cNvSpPr>
          <p:nvPr>
            <p:ph type="body" idx="3"/>
          </p:nvPr>
        </p:nvSpPr>
        <p:spPr>
          <a:xfrm>
            <a:off x="22296441" y="7369178"/>
            <a:ext cx="19400837" cy="3070226"/>
          </a:xfrm>
          <a:prstGeom prst="rect">
            <a:avLst/>
          </a:prstGeom>
          <a:noFill/>
          <a:ln>
            <a:noFill/>
          </a:ln>
        </p:spPr>
        <p:txBody>
          <a:bodyPr spcFirstLastPara="1" wrap="square" lIns="380325" tIns="380325" rIns="380325" bIns="380325" anchor="b" anchorCtr="0">
            <a:noAutofit/>
          </a:bodyPr>
          <a:lstStyle>
            <a:lvl1pPr marL="457200" lvl="0" indent="-228600" algn="l">
              <a:spcBef>
                <a:spcPts val="427"/>
              </a:spcBef>
              <a:spcAft>
                <a:spcPts val="0"/>
              </a:spcAft>
              <a:buClr>
                <a:schemeClr val="dk1"/>
              </a:buClr>
              <a:buSzPts val="2133"/>
              <a:buFont typeface="Arial"/>
              <a:buNone/>
              <a:defRPr sz="2133" b="1"/>
            </a:lvl1pPr>
            <a:lvl2pPr marL="914400" lvl="1" indent="-228600" algn="l">
              <a:spcBef>
                <a:spcPts val="363"/>
              </a:spcBef>
              <a:spcAft>
                <a:spcPts val="0"/>
              </a:spcAft>
              <a:buClr>
                <a:schemeClr val="dk1"/>
              </a:buClr>
              <a:buSzPts val="1813"/>
              <a:buFont typeface="Arial"/>
              <a:buNone/>
              <a:defRPr sz="1812" b="1"/>
            </a:lvl2pPr>
            <a:lvl3pPr marL="1371600" lvl="2" indent="-228600" algn="l">
              <a:spcBef>
                <a:spcPts val="320"/>
              </a:spcBef>
              <a:spcAft>
                <a:spcPts val="0"/>
              </a:spcAft>
              <a:buClr>
                <a:schemeClr val="dk1"/>
              </a:buClr>
              <a:buSzPts val="1600"/>
              <a:buFont typeface="Arial"/>
              <a:buNone/>
              <a:defRPr sz="1600" b="1"/>
            </a:lvl3pPr>
            <a:lvl4pPr marL="1828800" lvl="3" indent="-228600" algn="l">
              <a:spcBef>
                <a:spcPts val="277"/>
              </a:spcBef>
              <a:spcAft>
                <a:spcPts val="0"/>
              </a:spcAft>
              <a:buClr>
                <a:schemeClr val="dk1"/>
              </a:buClr>
              <a:buSzPts val="1387"/>
              <a:buFont typeface="Arial"/>
              <a:buNone/>
              <a:defRPr sz="1387" b="1"/>
            </a:lvl4pPr>
            <a:lvl5pPr marL="2286000" lvl="4" indent="-228600" algn="l">
              <a:spcBef>
                <a:spcPts val="277"/>
              </a:spcBef>
              <a:spcAft>
                <a:spcPts val="0"/>
              </a:spcAft>
              <a:buClr>
                <a:schemeClr val="dk1"/>
              </a:buClr>
              <a:buSzPts val="1387"/>
              <a:buFont typeface="Arial"/>
              <a:buNone/>
              <a:defRPr sz="1387" b="1"/>
            </a:lvl5pPr>
            <a:lvl6pPr marL="2743200" lvl="5" indent="-228600" algn="l">
              <a:spcBef>
                <a:spcPts val="277"/>
              </a:spcBef>
              <a:spcAft>
                <a:spcPts val="0"/>
              </a:spcAft>
              <a:buClr>
                <a:schemeClr val="dk1"/>
              </a:buClr>
              <a:buSzPts val="1387"/>
              <a:buFont typeface="Arial"/>
              <a:buNone/>
              <a:defRPr sz="1387" b="1"/>
            </a:lvl6pPr>
            <a:lvl7pPr marL="3200400" lvl="6" indent="-228600" algn="l">
              <a:spcBef>
                <a:spcPts val="277"/>
              </a:spcBef>
              <a:spcAft>
                <a:spcPts val="0"/>
              </a:spcAft>
              <a:buClr>
                <a:schemeClr val="dk1"/>
              </a:buClr>
              <a:buSzPts val="1387"/>
              <a:buFont typeface="Arial"/>
              <a:buNone/>
              <a:defRPr sz="1387" b="1"/>
            </a:lvl7pPr>
            <a:lvl8pPr marL="3657600" lvl="7" indent="-228600" algn="l">
              <a:spcBef>
                <a:spcPts val="277"/>
              </a:spcBef>
              <a:spcAft>
                <a:spcPts val="0"/>
              </a:spcAft>
              <a:buClr>
                <a:schemeClr val="dk1"/>
              </a:buClr>
              <a:buSzPts val="1387"/>
              <a:buFont typeface="Arial"/>
              <a:buNone/>
              <a:defRPr sz="1387" b="1"/>
            </a:lvl8pPr>
            <a:lvl9pPr marL="4114800" lvl="8" indent="-228600" algn="l">
              <a:spcBef>
                <a:spcPts val="277"/>
              </a:spcBef>
              <a:spcAft>
                <a:spcPts val="0"/>
              </a:spcAft>
              <a:buClr>
                <a:schemeClr val="dk1"/>
              </a:buClr>
              <a:buSzPts val="1387"/>
              <a:buFont typeface="Arial"/>
              <a:buNone/>
              <a:defRPr sz="1387" b="1"/>
            </a:lvl9pPr>
          </a:lstStyle>
          <a:p>
            <a:endParaRPr/>
          </a:p>
        </p:txBody>
      </p:sp>
      <p:sp>
        <p:nvSpPr>
          <p:cNvPr id="38" name="Google Shape;38;p7"/>
          <p:cNvSpPr txBox="1">
            <a:spLocks noGrp="1"/>
          </p:cNvSpPr>
          <p:nvPr>
            <p:ph type="body" idx="4"/>
          </p:nvPr>
        </p:nvSpPr>
        <p:spPr>
          <a:xfrm>
            <a:off x="22296441" y="10439402"/>
            <a:ext cx="19400837" cy="18965864"/>
          </a:xfrm>
          <a:prstGeom prst="rect">
            <a:avLst/>
          </a:prstGeom>
          <a:noFill/>
          <a:ln>
            <a:noFill/>
          </a:ln>
        </p:spPr>
        <p:txBody>
          <a:bodyPr spcFirstLastPara="1" wrap="square" lIns="380325" tIns="380325" rIns="380325" bIns="380325" anchor="t" anchorCtr="0">
            <a:noAutofit/>
          </a:bodyPr>
          <a:lstStyle>
            <a:lvl1pPr marL="457200" lvl="0" indent="-364045" algn="l">
              <a:spcBef>
                <a:spcPts val="427"/>
              </a:spcBef>
              <a:spcAft>
                <a:spcPts val="0"/>
              </a:spcAft>
              <a:buClr>
                <a:schemeClr val="dk1"/>
              </a:buClr>
              <a:buSzPts val="2133"/>
              <a:buFont typeface="Arial"/>
              <a:buChar char="•"/>
              <a:defRPr sz="2133"/>
            </a:lvl1pPr>
            <a:lvl2pPr marL="914400" lvl="1" indent="-343725" algn="l">
              <a:spcBef>
                <a:spcPts val="363"/>
              </a:spcBef>
              <a:spcAft>
                <a:spcPts val="0"/>
              </a:spcAft>
              <a:buClr>
                <a:schemeClr val="dk1"/>
              </a:buClr>
              <a:buSzPts val="1813"/>
              <a:buFont typeface="Arial"/>
              <a:buChar char="–"/>
              <a:defRPr sz="1812"/>
            </a:lvl2pPr>
            <a:lvl3pPr marL="1371600" lvl="2" indent="-330200" algn="l">
              <a:spcBef>
                <a:spcPts val="320"/>
              </a:spcBef>
              <a:spcAft>
                <a:spcPts val="0"/>
              </a:spcAft>
              <a:buClr>
                <a:schemeClr val="dk1"/>
              </a:buClr>
              <a:buSzPts val="1600"/>
              <a:buFont typeface="Arial"/>
              <a:buChar char="•"/>
              <a:defRPr sz="1600"/>
            </a:lvl3pPr>
            <a:lvl4pPr marL="1828800" lvl="3" indent="-316674" algn="l">
              <a:spcBef>
                <a:spcPts val="277"/>
              </a:spcBef>
              <a:spcAft>
                <a:spcPts val="0"/>
              </a:spcAft>
              <a:buClr>
                <a:schemeClr val="dk1"/>
              </a:buClr>
              <a:buSzPts val="1387"/>
              <a:buFont typeface="Arial"/>
              <a:buChar char="–"/>
              <a:defRPr sz="1387"/>
            </a:lvl4pPr>
            <a:lvl5pPr marL="2286000" lvl="4" indent="-316674" algn="l">
              <a:spcBef>
                <a:spcPts val="277"/>
              </a:spcBef>
              <a:spcAft>
                <a:spcPts val="0"/>
              </a:spcAft>
              <a:buClr>
                <a:schemeClr val="dk1"/>
              </a:buClr>
              <a:buSzPts val="1387"/>
              <a:buFont typeface="Arial"/>
              <a:buChar char="»"/>
              <a:defRPr sz="1387"/>
            </a:lvl5pPr>
            <a:lvl6pPr marL="2743200" lvl="5" indent="-316674" algn="l">
              <a:spcBef>
                <a:spcPts val="277"/>
              </a:spcBef>
              <a:spcAft>
                <a:spcPts val="0"/>
              </a:spcAft>
              <a:buClr>
                <a:schemeClr val="dk1"/>
              </a:buClr>
              <a:buSzPts val="1387"/>
              <a:buFont typeface="Arial"/>
              <a:buChar char="»"/>
              <a:defRPr sz="1387"/>
            </a:lvl6pPr>
            <a:lvl7pPr marL="3200400" lvl="6" indent="-316674" algn="l">
              <a:spcBef>
                <a:spcPts val="277"/>
              </a:spcBef>
              <a:spcAft>
                <a:spcPts val="0"/>
              </a:spcAft>
              <a:buClr>
                <a:schemeClr val="dk1"/>
              </a:buClr>
              <a:buSzPts val="1387"/>
              <a:buFont typeface="Arial"/>
              <a:buChar char="»"/>
              <a:defRPr sz="1387"/>
            </a:lvl7pPr>
            <a:lvl8pPr marL="3657600" lvl="7" indent="-316674" algn="l">
              <a:spcBef>
                <a:spcPts val="277"/>
              </a:spcBef>
              <a:spcAft>
                <a:spcPts val="0"/>
              </a:spcAft>
              <a:buClr>
                <a:schemeClr val="dk1"/>
              </a:buClr>
              <a:buSzPts val="1387"/>
              <a:buFont typeface="Arial"/>
              <a:buChar char="»"/>
              <a:defRPr sz="1387"/>
            </a:lvl8pPr>
            <a:lvl9pPr marL="4114800" lvl="8" indent="-316674" algn="l">
              <a:spcBef>
                <a:spcPts val="277"/>
              </a:spcBef>
              <a:spcAft>
                <a:spcPts val="0"/>
              </a:spcAft>
              <a:buClr>
                <a:schemeClr val="dk1"/>
              </a:buClr>
              <a:buSzPts val="1387"/>
              <a:buFont typeface="Arial"/>
              <a:buChar char="»"/>
              <a:defRPr sz="1387"/>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960120" y="1272540"/>
            <a:ext cx="41925239" cy="2202180"/>
          </a:xfrm>
          <a:prstGeom prst="rect">
            <a:avLst/>
          </a:prstGeom>
          <a:noFill/>
          <a:ln>
            <a:noFill/>
          </a:ln>
        </p:spPr>
        <p:txBody>
          <a:bodyPr spcFirstLastPara="1" wrap="square" lIns="76050" tIns="38000" rIns="76050" bIns="380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1"/>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2"/>
        <p:cNvGrpSpPr/>
        <p:nvPr/>
      </p:nvGrpSpPr>
      <p:grpSpPr>
        <a:xfrm>
          <a:off x="0" y="0"/>
          <a:ext cx="0" cy="0"/>
          <a:chOff x="0" y="0"/>
          <a:chExt cx="0" cy="0"/>
        </a:xfrm>
      </p:grpSpPr>
      <p:sp>
        <p:nvSpPr>
          <p:cNvPr id="43" name="Google Shape;43;p10"/>
          <p:cNvSpPr txBox="1">
            <a:spLocks noGrp="1"/>
          </p:cNvSpPr>
          <p:nvPr>
            <p:ph type="title"/>
          </p:nvPr>
        </p:nvSpPr>
        <p:spPr>
          <a:xfrm>
            <a:off x="2193926" y="1311276"/>
            <a:ext cx="14439900" cy="5576889"/>
          </a:xfrm>
          <a:prstGeom prst="rect">
            <a:avLst/>
          </a:prstGeom>
          <a:noFill/>
          <a:ln>
            <a:noFill/>
          </a:ln>
        </p:spPr>
        <p:txBody>
          <a:bodyPr spcFirstLastPara="1" wrap="square" lIns="76050" tIns="38000" rIns="76050" bIns="38000" anchor="b" anchorCtr="0">
            <a:noAutofit/>
          </a:bodyPr>
          <a:lstStyle>
            <a:lvl1pPr lvl="0" algn="l">
              <a:spcBef>
                <a:spcPts val="0"/>
              </a:spcBef>
              <a:spcAft>
                <a:spcPts val="0"/>
              </a:spcAft>
              <a:buSzPts val="1400"/>
              <a:buNone/>
              <a:defRPr sz="1812"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4" name="Google Shape;44;p10"/>
          <p:cNvSpPr txBox="1">
            <a:spLocks noGrp="1"/>
          </p:cNvSpPr>
          <p:nvPr>
            <p:ph type="body" idx="1"/>
          </p:nvPr>
        </p:nvSpPr>
        <p:spPr>
          <a:xfrm>
            <a:off x="17160875" y="1311276"/>
            <a:ext cx="24536399" cy="28093989"/>
          </a:xfrm>
          <a:prstGeom prst="rect">
            <a:avLst/>
          </a:prstGeom>
          <a:noFill/>
          <a:ln>
            <a:noFill/>
          </a:ln>
        </p:spPr>
        <p:txBody>
          <a:bodyPr spcFirstLastPara="1" wrap="square" lIns="380325" tIns="380325" rIns="380325" bIns="380325" anchor="t" anchorCtr="0">
            <a:noAutofit/>
          </a:bodyPr>
          <a:lstStyle>
            <a:lvl1pPr marL="457200" lvl="0" indent="-411480" algn="l">
              <a:spcBef>
                <a:spcPts val="576"/>
              </a:spcBef>
              <a:spcAft>
                <a:spcPts val="0"/>
              </a:spcAft>
              <a:buClr>
                <a:schemeClr val="dk1"/>
              </a:buClr>
              <a:buSzPts val="2880"/>
              <a:buFont typeface="Arial"/>
              <a:buChar char="•"/>
              <a:defRPr sz="2880"/>
            </a:lvl1pPr>
            <a:lvl2pPr marL="914400" lvl="1" indent="-384365" algn="l">
              <a:spcBef>
                <a:spcPts val="491"/>
              </a:spcBef>
              <a:spcAft>
                <a:spcPts val="0"/>
              </a:spcAft>
              <a:buClr>
                <a:schemeClr val="dk1"/>
              </a:buClr>
              <a:buSzPts val="2453"/>
              <a:buFont typeface="Arial"/>
              <a:buChar char="–"/>
              <a:defRPr sz="2453"/>
            </a:lvl2pPr>
            <a:lvl3pPr marL="1371600" lvl="2" indent="-364045" algn="l">
              <a:spcBef>
                <a:spcPts val="427"/>
              </a:spcBef>
              <a:spcAft>
                <a:spcPts val="0"/>
              </a:spcAft>
              <a:buClr>
                <a:schemeClr val="dk1"/>
              </a:buClr>
              <a:buSzPts val="2133"/>
              <a:buFont typeface="Arial"/>
              <a:buChar char="•"/>
              <a:defRPr sz="2133"/>
            </a:lvl3pPr>
            <a:lvl4pPr marL="1828800" lvl="3" indent="-343725" algn="l">
              <a:spcBef>
                <a:spcPts val="363"/>
              </a:spcBef>
              <a:spcAft>
                <a:spcPts val="0"/>
              </a:spcAft>
              <a:buClr>
                <a:schemeClr val="dk1"/>
              </a:buClr>
              <a:buSzPts val="1813"/>
              <a:buFont typeface="Arial"/>
              <a:buChar char="–"/>
              <a:defRPr sz="1812"/>
            </a:lvl4pPr>
            <a:lvl5pPr marL="2286000" lvl="4" indent="-343725" algn="l">
              <a:spcBef>
                <a:spcPts val="363"/>
              </a:spcBef>
              <a:spcAft>
                <a:spcPts val="0"/>
              </a:spcAft>
              <a:buClr>
                <a:schemeClr val="dk1"/>
              </a:buClr>
              <a:buSzPts val="1813"/>
              <a:buFont typeface="Arial"/>
              <a:buChar char="»"/>
              <a:defRPr sz="1812"/>
            </a:lvl5pPr>
            <a:lvl6pPr marL="2743200" lvl="5" indent="-343725" algn="l">
              <a:spcBef>
                <a:spcPts val="363"/>
              </a:spcBef>
              <a:spcAft>
                <a:spcPts val="0"/>
              </a:spcAft>
              <a:buClr>
                <a:schemeClr val="dk1"/>
              </a:buClr>
              <a:buSzPts val="1813"/>
              <a:buFont typeface="Arial"/>
              <a:buChar char="»"/>
              <a:defRPr sz="1812"/>
            </a:lvl6pPr>
            <a:lvl7pPr marL="3200400" lvl="6" indent="-343725" algn="l">
              <a:spcBef>
                <a:spcPts val="363"/>
              </a:spcBef>
              <a:spcAft>
                <a:spcPts val="0"/>
              </a:spcAft>
              <a:buClr>
                <a:schemeClr val="dk1"/>
              </a:buClr>
              <a:buSzPts val="1813"/>
              <a:buFont typeface="Arial"/>
              <a:buChar char="»"/>
              <a:defRPr sz="1812"/>
            </a:lvl7pPr>
            <a:lvl8pPr marL="3657600" lvl="7" indent="-343725" algn="l">
              <a:spcBef>
                <a:spcPts val="363"/>
              </a:spcBef>
              <a:spcAft>
                <a:spcPts val="0"/>
              </a:spcAft>
              <a:buClr>
                <a:schemeClr val="dk1"/>
              </a:buClr>
              <a:buSzPts val="1813"/>
              <a:buFont typeface="Arial"/>
              <a:buChar char="»"/>
              <a:defRPr sz="1812"/>
            </a:lvl8pPr>
            <a:lvl9pPr marL="4114800" lvl="8" indent="-343725" algn="l">
              <a:spcBef>
                <a:spcPts val="363"/>
              </a:spcBef>
              <a:spcAft>
                <a:spcPts val="0"/>
              </a:spcAft>
              <a:buClr>
                <a:schemeClr val="dk1"/>
              </a:buClr>
              <a:buSzPts val="1813"/>
              <a:buFont typeface="Arial"/>
              <a:buChar char="»"/>
              <a:defRPr sz="1812"/>
            </a:lvl9pPr>
          </a:lstStyle>
          <a:p>
            <a:endParaRPr/>
          </a:p>
        </p:txBody>
      </p:sp>
      <p:sp>
        <p:nvSpPr>
          <p:cNvPr id="45" name="Google Shape;45;p10"/>
          <p:cNvSpPr txBox="1">
            <a:spLocks noGrp="1"/>
          </p:cNvSpPr>
          <p:nvPr>
            <p:ph type="body" idx="2"/>
          </p:nvPr>
        </p:nvSpPr>
        <p:spPr>
          <a:xfrm>
            <a:off x="2193926" y="6888164"/>
            <a:ext cx="14439900" cy="22517100"/>
          </a:xfrm>
          <a:prstGeom prst="rect">
            <a:avLst/>
          </a:prstGeom>
          <a:noFill/>
          <a:ln>
            <a:noFill/>
          </a:ln>
        </p:spPr>
        <p:txBody>
          <a:bodyPr spcFirstLastPara="1" wrap="square" lIns="380325" tIns="380325" rIns="380325" bIns="380325" anchor="t" anchorCtr="0">
            <a:noAutofit/>
          </a:bodyPr>
          <a:lstStyle>
            <a:lvl1pPr marL="457200" lvl="0" indent="-228600" algn="l">
              <a:spcBef>
                <a:spcPts val="256"/>
              </a:spcBef>
              <a:spcAft>
                <a:spcPts val="0"/>
              </a:spcAft>
              <a:buClr>
                <a:schemeClr val="dk1"/>
              </a:buClr>
              <a:buSzPts val="1280"/>
              <a:buFont typeface="Arial"/>
              <a:buNone/>
              <a:defRPr sz="1280"/>
            </a:lvl1pPr>
            <a:lvl2pPr marL="914400" lvl="1" indent="-228600" algn="l">
              <a:spcBef>
                <a:spcPts val="213"/>
              </a:spcBef>
              <a:spcAft>
                <a:spcPts val="0"/>
              </a:spcAft>
              <a:buClr>
                <a:schemeClr val="dk1"/>
              </a:buClr>
              <a:buSzPts val="1067"/>
              <a:buFont typeface="Arial"/>
              <a:buNone/>
              <a:defRPr sz="1067"/>
            </a:lvl2pPr>
            <a:lvl3pPr marL="1371600" lvl="2" indent="-228600" algn="l">
              <a:spcBef>
                <a:spcPts val="171"/>
              </a:spcBef>
              <a:spcAft>
                <a:spcPts val="0"/>
              </a:spcAft>
              <a:buClr>
                <a:schemeClr val="dk1"/>
              </a:buClr>
              <a:buSzPts val="853"/>
              <a:buFont typeface="Arial"/>
              <a:buNone/>
              <a:defRPr sz="853"/>
            </a:lvl3pPr>
            <a:lvl4pPr marL="1828800" lvl="3" indent="-228600" algn="l">
              <a:spcBef>
                <a:spcPts val="149"/>
              </a:spcBef>
              <a:spcAft>
                <a:spcPts val="0"/>
              </a:spcAft>
              <a:buClr>
                <a:schemeClr val="dk1"/>
              </a:buClr>
              <a:buSzPts val="747"/>
              <a:buFont typeface="Arial"/>
              <a:buNone/>
              <a:defRPr sz="747"/>
            </a:lvl4pPr>
            <a:lvl5pPr marL="2286000" lvl="4" indent="-228600" algn="l">
              <a:spcBef>
                <a:spcPts val="149"/>
              </a:spcBef>
              <a:spcAft>
                <a:spcPts val="0"/>
              </a:spcAft>
              <a:buClr>
                <a:schemeClr val="dk1"/>
              </a:buClr>
              <a:buSzPts val="747"/>
              <a:buFont typeface="Arial"/>
              <a:buNone/>
              <a:defRPr sz="747"/>
            </a:lvl5pPr>
            <a:lvl6pPr marL="2743200" lvl="5" indent="-228600" algn="l">
              <a:spcBef>
                <a:spcPts val="149"/>
              </a:spcBef>
              <a:spcAft>
                <a:spcPts val="0"/>
              </a:spcAft>
              <a:buClr>
                <a:schemeClr val="dk1"/>
              </a:buClr>
              <a:buSzPts val="747"/>
              <a:buFont typeface="Arial"/>
              <a:buNone/>
              <a:defRPr sz="747"/>
            </a:lvl6pPr>
            <a:lvl7pPr marL="3200400" lvl="6" indent="-228600" algn="l">
              <a:spcBef>
                <a:spcPts val="149"/>
              </a:spcBef>
              <a:spcAft>
                <a:spcPts val="0"/>
              </a:spcAft>
              <a:buClr>
                <a:schemeClr val="dk1"/>
              </a:buClr>
              <a:buSzPts val="747"/>
              <a:buFont typeface="Arial"/>
              <a:buNone/>
              <a:defRPr sz="747"/>
            </a:lvl7pPr>
            <a:lvl8pPr marL="3657600" lvl="7" indent="-228600" algn="l">
              <a:spcBef>
                <a:spcPts val="149"/>
              </a:spcBef>
              <a:spcAft>
                <a:spcPts val="0"/>
              </a:spcAft>
              <a:buClr>
                <a:schemeClr val="dk1"/>
              </a:buClr>
              <a:buSzPts val="747"/>
              <a:buFont typeface="Arial"/>
              <a:buNone/>
              <a:defRPr sz="747"/>
            </a:lvl8pPr>
            <a:lvl9pPr marL="4114800" lvl="8" indent="-228600" algn="l">
              <a:spcBef>
                <a:spcPts val="149"/>
              </a:spcBef>
              <a:spcAft>
                <a:spcPts val="0"/>
              </a:spcAft>
              <a:buClr>
                <a:schemeClr val="dk1"/>
              </a:buClr>
              <a:buSzPts val="747"/>
              <a:buFont typeface="Arial"/>
              <a:buNone/>
              <a:defRPr sz="747"/>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6"/>
        <p:cNvGrpSpPr/>
        <p:nvPr/>
      </p:nvGrpSpPr>
      <p:grpSpPr>
        <a:xfrm>
          <a:off x="0" y="0"/>
          <a:ext cx="0" cy="0"/>
          <a:chOff x="0" y="0"/>
          <a:chExt cx="0" cy="0"/>
        </a:xfrm>
      </p:grpSpPr>
      <p:sp>
        <p:nvSpPr>
          <p:cNvPr id="47" name="Google Shape;47;p11"/>
          <p:cNvSpPr txBox="1">
            <a:spLocks noGrp="1"/>
          </p:cNvSpPr>
          <p:nvPr>
            <p:ph type="title"/>
          </p:nvPr>
        </p:nvSpPr>
        <p:spPr>
          <a:xfrm>
            <a:off x="8602664" y="23042566"/>
            <a:ext cx="26335038" cy="2720975"/>
          </a:xfrm>
          <a:prstGeom prst="rect">
            <a:avLst/>
          </a:prstGeom>
          <a:noFill/>
          <a:ln>
            <a:noFill/>
          </a:ln>
        </p:spPr>
        <p:txBody>
          <a:bodyPr spcFirstLastPara="1" wrap="square" lIns="76050" tIns="38000" rIns="76050" bIns="38000" anchor="b" anchorCtr="0">
            <a:noAutofit/>
          </a:bodyPr>
          <a:lstStyle>
            <a:lvl1pPr lvl="0" algn="l">
              <a:spcBef>
                <a:spcPts val="0"/>
              </a:spcBef>
              <a:spcAft>
                <a:spcPts val="0"/>
              </a:spcAft>
              <a:buSzPts val="1400"/>
              <a:buNone/>
              <a:defRPr sz="1812"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8" name="Google Shape;48;p11"/>
          <p:cNvSpPr>
            <a:spLocks noGrp="1"/>
          </p:cNvSpPr>
          <p:nvPr>
            <p:ph type="pic" idx="2"/>
          </p:nvPr>
        </p:nvSpPr>
        <p:spPr>
          <a:xfrm>
            <a:off x="8602664" y="2941640"/>
            <a:ext cx="26335038" cy="19750088"/>
          </a:xfrm>
          <a:prstGeom prst="rect">
            <a:avLst/>
          </a:prstGeom>
          <a:noFill/>
          <a:ln>
            <a:noFill/>
          </a:ln>
        </p:spPr>
        <p:txBody>
          <a:bodyPr spcFirstLastPara="1" wrap="square" lIns="380325" tIns="380325" rIns="380325" bIns="380325" anchor="t" anchorCtr="0">
            <a:noAutofit/>
          </a:bodyPr>
          <a:lstStyle>
            <a:lvl1pPr marR="0" lvl="0" algn="l" rtl="0">
              <a:spcBef>
                <a:spcPts val="576"/>
              </a:spcBef>
              <a:spcAft>
                <a:spcPts val="0"/>
              </a:spcAft>
              <a:buClr>
                <a:schemeClr val="dk1"/>
              </a:buClr>
              <a:buSzPts val="2880"/>
              <a:buFont typeface="Arial"/>
              <a:buNone/>
              <a:defRPr sz="2880" b="0" i="0" u="none" strike="noStrike" cap="none">
                <a:solidFill>
                  <a:schemeClr val="dk1"/>
                </a:solidFill>
                <a:latin typeface="Arial"/>
                <a:ea typeface="Arial"/>
                <a:cs typeface="Arial"/>
                <a:sym typeface="Arial"/>
              </a:defRPr>
            </a:lvl1pPr>
            <a:lvl2pPr marR="0" lvl="1" algn="l" rtl="0">
              <a:spcBef>
                <a:spcPts val="491"/>
              </a:spcBef>
              <a:spcAft>
                <a:spcPts val="0"/>
              </a:spcAft>
              <a:buClr>
                <a:schemeClr val="dk1"/>
              </a:buClr>
              <a:buSzPts val="2453"/>
              <a:buFont typeface="Arial"/>
              <a:buNone/>
              <a:defRPr sz="2453" b="0" i="0" u="none" strike="noStrike" cap="none">
                <a:solidFill>
                  <a:schemeClr val="dk1"/>
                </a:solidFill>
                <a:latin typeface="Arial"/>
                <a:ea typeface="Arial"/>
                <a:cs typeface="Arial"/>
                <a:sym typeface="Arial"/>
              </a:defRPr>
            </a:lvl2pPr>
            <a:lvl3pPr marR="0" lvl="2" algn="l" rtl="0">
              <a:spcBef>
                <a:spcPts val="427"/>
              </a:spcBef>
              <a:spcAft>
                <a:spcPts val="0"/>
              </a:spcAft>
              <a:buClr>
                <a:schemeClr val="dk1"/>
              </a:buClr>
              <a:buSzPts val="2133"/>
              <a:buFont typeface="Arial"/>
              <a:buNone/>
              <a:defRPr sz="2133" b="0" i="0" u="none" strike="noStrike" cap="none">
                <a:solidFill>
                  <a:schemeClr val="dk1"/>
                </a:solidFill>
                <a:latin typeface="Arial"/>
                <a:ea typeface="Arial"/>
                <a:cs typeface="Arial"/>
                <a:sym typeface="Arial"/>
              </a:defRPr>
            </a:lvl3pPr>
            <a:lvl4pPr marR="0" lvl="3" algn="l" rtl="0">
              <a:spcBef>
                <a:spcPts val="363"/>
              </a:spcBef>
              <a:spcAft>
                <a:spcPts val="0"/>
              </a:spcAft>
              <a:buClr>
                <a:schemeClr val="dk1"/>
              </a:buClr>
              <a:buSzPts val="1813"/>
              <a:buFont typeface="Arial"/>
              <a:buNone/>
              <a:defRPr sz="1812" b="0" i="0" u="none" strike="noStrike" cap="none">
                <a:solidFill>
                  <a:schemeClr val="dk1"/>
                </a:solidFill>
                <a:latin typeface="Arial"/>
                <a:ea typeface="Arial"/>
                <a:cs typeface="Arial"/>
                <a:sym typeface="Arial"/>
              </a:defRPr>
            </a:lvl4pPr>
            <a:lvl5pPr marR="0" lvl="4" algn="l" rtl="0">
              <a:spcBef>
                <a:spcPts val="363"/>
              </a:spcBef>
              <a:spcAft>
                <a:spcPts val="0"/>
              </a:spcAft>
              <a:buClr>
                <a:schemeClr val="dk1"/>
              </a:buClr>
              <a:buSzPts val="1813"/>
              <a:buFont typeface="Arial"/>
              <a:buNone/>
              <a:defRPr sz="1812" b="0" i="0" u="none" strike="noStrike" cap="none">
                <a:solidFill>
                  <a:schemeClr val="dk1"/>
                </a:solidFill>
                <a:latin typeface="Arial"/>
                <a:ea typeface="Arial"/>
                <a:cs typeface="Arial"/>
                <a:sym typeface="Arial"/>
              </a:defRPr>
            </a:lvl5pPr>
            <a:lvl6pPr marR="0" lvl="5" algn="l" rtl="0">
              <a:spcBef>
                <a:spcPts val="363"/>
              </a:spcBef>
              <a:spcAft>
                <a:spcPts val="0"/>
              </a:spcAft>
              <a:buClr>
                <a:schemeClr val="dk1"/>
              </a:buClr>
              <a:buSzPts val="1813"/>
              <a:buFont typeface="Arial"/>
              <a:buNone/>
              <a:defRPr sz="1812" b="0" i="0" u="none" strike="noStrike" cap="none">
                <a:solidFill>
                  <a:schemeClr val="dk1"/>
                </a:solidFill>
                <a:latin typeface="Arial"/>
                <a:ea typeface="Arial"/>
                <a:cs typeface="Arial"/>
                <a:sym typeface="Arial"/>
              </a:defRPr>
            </a:lvl6pPr>
            <a:lvl7pPr marR="0" lvl="6" algn="l" rtl="0">
              <a:spcBef>
                <a:spcPts val="363"/>
              </a:spcBef>
              <a:spcAft>
                <a:spcPts val="0"/>
              </a:spcAft>
              <a:buClr>
                <a:schemeClr val="dk1"/>
              </a:buClr>
              <a:buSzPts val="1813"/>
              <a:buFont typeface="Arial"/>
              <a:buNone/>
              <a:defRPr sz="1812" b="0" i="0" u="none" strike="noStrike" cap="none">
                <a:solidFill>
                  <a:schemeClr val="dk1"/>
                </a:solidFill>
                <a:latin typeface="Arial"/>
                <a:ea typeface="Arial"/>
                <a:cs typeface="Arial"/>
                <a:sym typeface="Arial"/>
              </a:defRPr>
            </a:lvl7pPr>
            <a:lvl8pPr marR="0" lvl="7" algn="l" rtl="0">
              <a:spcBef>
                <a:spcPts val="363"/>
              </a:spcBef>
              <a:spcAft>
                <a:spcPts val="0"/>
              </a:spcAft>
              <a:buClr>
                <a:schemeClr val="dk1"/>
              </a:buClr>
              <a:buSzPts val="1813"/>
              <a:buFont typeface="Arial"/>
              <a:buNone/>
              <a:defRPr sz="1812" b="0" i="0" u="none" strike="noStrike" cap="none">
                <a:solidFill>
                  <a:schemeClr val="dk1"/>
                </a:solidFill>
                <a:latin typeface="Arial"/>
                <a:ea typeface="Arial"/>
                <a:cs typeface="Arial"/>
                <a:sym typeface="Arial"/>
              </a:defRPr>
            </a:lvl8pPr>
            <a:lvl9pPr marR="0" lvl="8" algn="l" rtl="0">
              <a:spcBef>
                <a:spcPts val="363"/>
              </a:spcBef>
              <a:spcAft>
                <a:spcPts val="0"/>
              </a:spcAft>
              <a:buClr>
                <a:schemeClr val="dk1"/>
              </a:buClr>
              <a:buSzPts val="1813"/>
              <a:buFont typeface="Arial"/>
              <a:buNone/>
              <a:defRPr sz="1812" b="0" i="0" u="none" strike="noStrike" cap="none">
                <a:solidFill>
                  <a:schemeClr val="dk1"/>
                </a:solidFill>
                <a:latin typeface="Arial"/>
                <a:ea typeface="Arial"/>
                <a:cs typeface="Arial"/>
                <a:sym typeface="Arial"/>
              </a:defRPr>
            </a:lvl9pPr>
          </a:lstStyle>
          <a:p>
            <a:endParaRPr/>
          </a:p>
        </p:txBody>
      </p:sp>
      <p:sp>
        <p:nvSpPr>
          <p:cNvPr id="49" name="Google Shape;49;p11"/>
          <p:cNvSpPr txBox="1">
            <a:spLocks noGrp="1"/>
          </p:cNvSpPr>
          <p:nvPr>
            <p:ph type="body" idx="1"/>
          </p:nvPr>
        </p:nvSpPr>
        <p:spPr>
          <a:xfrm>
            <a:off x="8602664" y="25763541"/>
            <a:ext cx="26335038" cy="3862388"/>
          </a:xfrm>
          <a:prstGeom prst="rect">
            <a:avLst/>
          </a:prstGeom>
          <a:noFill/>
          <a:ln>
            <a:noFill/>
          </a:ln>
        </p:spPr>
        <p:txBody>
          <a:bodyPr spcFirstLastPara="1" wrap="square" lIns="380325" tIns="380325" rIns="380325" bIns="380325" anchor="t" anchorCtr="0">
            <a:noAutofit/>
          </a:bodyPr>
          <a:lstStyle>
            <a:lvl1pPr marL="457200" lvl="0" indent="-228600" algn="l">
              <a:spcBef>
                <a:spcPts val="256"/>
              </a:spcBef>
              <a:spcAft>
                <a:spcPts val="0"/>
              </a:spcAft>
              <a:buClr>
                <a:schemeClr val="dk1"/>
              </a:buClr>
              <a:buSzPts val="1280"/>
              <a:buFont typeface="Arial"/>
              <a:buNone/>
              <a:defRPr sz="1280"/>
            </a:lvl1pPr>
            <a:lvl2pPr marL="914400" lvl="1" indent="-228600" algn="l">
              <a:spcBef>
                <a:spcPts val="213"/>
              </a:spcBef>
              <a:spcAft>
                <a:spcPts val="0"/>
              </a:spcAft>
              <a:buClr>
                <a:schemeClr val="dk1"/>
              </a:buClr>
              <a:buSzPts val="1067"/>
              <a:buFont typeface="Arial"/>
              <a:buNone/>
              <a:defRPr sz="1067"/>
            </a:lvl2pPr>
            <a:lvl3pPr marL="1371600" lvl="2" indent="-228600" algn="l">
              <a:spcBef>
                <a:spcPts val="171"/>
              </a:spcBef>
              <a:spcAft>
                <a:spcPts val="0"/>
              </a:spcAft>
              <a:buClr>
                <a:schemeClr val="dk1"/>
              </a:buClr>
              <a:buSzPts val="853"/>
              <a:buFont typeface="Arial"/>
              <a:buNone/>
              <a:defRPr sz="853"/>
            </a:lvl3pPr>
            <a:lvl4pPr marL="1828800" lvl="3" indent="-228600" algn="l">
              <a:spcBef>
                <a:spcPts val="149"/>
              </a:spcBef>
              <a:spcAft>
                <a:spcPts val="0"/>
              </a:spcAft>
              <a:buClr>
                <a:schemeClr val="dk1"/>
              </a:buClr>
              <a:buSzPts val="747"/>
              <a:buFont typeface="Arial"/>
              <a:buNone/>
              <a:defRPr sz="747"/>
            </a:lvl4pPr>
            <a:lvl5pPr marL="2286000" lvl="4" indent="-228600" algn="l">
              <a:spcBef>
                <a:spcPts val="149"/>
              </a:spcBef>
              <a:spcAft>
                <a:spcPts val="0"/>
              </a:spcAft>
              <a:buClr>
                <a:schemeClr val="dk1"/>
              </a:buClr>
              <a:buSzPts val="747"/>
              <a:buFont typeface="Arial"/>
              <a:buNone/>
              <a:defRPr sz="747"/>
            </a:lvl5pPr>
            <a:lvl6pPr marL="2743200" lvl="5" indent="-228600" algn="l">
              <a:spcBef>
                <a:spcPts val="149"/>
              </a:spcBef>
              <a:spcAft>
                <a:spcPts val="0"/>
              </a:spcAft>
              <a:buClr>
                <a:schemeClr val="dk1"/>
              </a:buClr>
              <a:buSzPts val="747"/>
              <a:buFont typeface="Arial"/>
              <a:buNone/>
              <a:defRPr sz="747"/>
            </a:lvl6pPr>
            <a:lvl7pPr marL="3200400" lvl="6" indent="-228600" algn="l">
              <a:spcBef>
                <a:spcPts val="149"/>
              </a:spcBef>
              <a:spcAft>
                <a:spcPts val="0"/>
              </a:spcAft>
              <a:buClr>
                <a:schemeClr val="dk1"/>
              </a:buClr>
              <a:buSzPts val="747"/>
              <a:buFont typeface="Arial"/>
              <a:buNone/>
              <a:defRPr sz="747"/>
            </a:lvl7pPr>
            <a:lvl8pPr marL="3657600" lvl="7" indent="-228600" algn="l">
              <a:spcBef>
                <a:spcPts val="149"/>
              </a:spcBef>
              <a:spcAft>
                <a:spcPts val="0"/>
              </a:spcAft>
              <a:buClr>
                <a:schemeClr val="dk1"/>
              </a:buClr>
              <a:buSzPts val="747"/>
              <a:buFont typeface="Arial"/>
              <a:buNone/>
              <a:defRPr sz="747"/>
            </a:lvl8pPr>
            <a:lvl9pPr marL="4114800" lvl="8" indent="-228600" algn="l">
              <a:spcBef>
                <a:spcPts val="149"/>
              </a:spcBef>
              <a:spcAft>
                <a:spcPts val="0"/>
              </a:spcAft>
              <a:buClr>
                <a:schemeClr val="dk1"/>
              </a:buClr>
              <a:buSzPts val="747"/>
              <a:buFont typeface="Arial"/>
              <a:buNone/>
              <a:defRPr sz="747"/>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0"/>
        <p:cNvGrpSpPr/>
        <p:nvPr/>
      </p:nvGrpSpPr>
      <p:grpSpPr>
        <a:xfrm>
          <a:off x="0" y="0"/>
          <a:ext cx="0" cy="0"/>
          <a:chOff x="0" y="0"/>
          <a:chExt cx="0" cy="0"/>
        </a:xfrm>
      </p:grpSpPr>
      <p:sp>
        <p:nvSpPr>
          <p:cNvPr id="51" name="Google Shape;51;p12"/>
          <p:cNvSpPr txBox="1">
            <a:spLocks noGrp="1"/>
          </p:cNvSpPr>
          <p:nvPr>
            <p:ph type="title"/>
          </p:nvPr>
        </p:nvSpPr>
        <p:spPr>
          <a:xfrm>
            <a:off x="960120" y="1272540"/>
            <a:ext cx="41925239" cy="2202180"/>
          </a:xfrm>
          <a:prstGeom prst="rect">
            <a:avLst/>
          </a:prstGeom>
          <a:noFill/>
          <a:ln>
            <a:noFill/>
          </a:ln>
        </p:spPr>
        <p:txBody>
          <a:bodyPr spcFirstLastPara="1" wrap="square" lIns="76050" tIns="38000" rIns="76050" bIns="380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2" name="Google Shape;52;p12"/>
          <p:cNvSpPr txBox="1">
            <a:spLocks noGrp="1"/>
          </p:cNvSpPr>
          <p:nvPr>
            <p:ph type="body" idx="1"/>
          </p:nvPr>
        </p:nvSpPr>
        <p:spPr>
          <a:xfrm rot="5400000">
            <a:off x="-7600949" y="13933169"/>
            <a:ext cx="26563319" cy="9974580"/>
          </a:xfrm>
          <a:prstGeom prst="rect">
            <a:avLst/>
          </a:prstGeom>
          <a:noFill/>
          <a:ln>
            <a:noFill/>
          </a:ln>
        </p:spPr>
        <p:txBody>
          <a:bodyPr spcFirstLastPara="1" wrap="square" lIns="380325" tIns="380325" rIns="380325" bIns="380325"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53"/>
        <p:cNvGrpSpPr/>
        <p:nvPr/>
      </p:nvGrpSpPr>
      <p:grpSpPr>
        <a:xfrm>
          <a:off x="0" y="0"/>
          <a:ext cx="0" cy="0"/>
          <a:chOff x="0" y="0"/>
          <a:chExt cx="0" cy="0"/>
        </a:xfrm>
      </p:grpSpPr>
      <p:sp>
        <p:nvSpPr>
          <p:cNvPr id="54" name="Google Shape;54;p13"/>
          <p:cNvSpPr txBox="1">
            <a:spLocks noGrp="1"/>
          </p:cNvSpPr>
          <p:nvPr>
            <p:ph type="title"/>
          </p:nvPr>
        </p:nvSpPr>
        <p:spPr>
          <a:xfrm rot="5400000">
            <a:off x="22146421" y="11464133"/>
            <a:ext cx="30929263" cy="10547351"/>
          </a:xfrm>
          <a:prstGeom prst="rect">
            <a:avLst/>
          </a:prstGeom>
          <a:noFill/>
          <a:ln>
            <a:noFill/>
          </a:ln>
        </p:spPr>
        <p:txBody>
          <a:bodyPr spcFirstLastPara="1" wrap="square" lIns="76050" tIns="38000" rIns="76050" bIns="380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5" name="Google Shape;55;p13"/>
          <p:cNvSpPr txBox="1">
            <a:spLocks noGrp="1"/>
          </p:cNvSpPr>
          <p:nvPr>
            <p:ph type="body" idx="1"/>
          </p:nvPr>
        </p:nvSpPr>
        <p:spPr>
          <a:xfrm rot="5400000">
            <a:off x="974727" y="992189"/>
            <a:ext cx="30929263" cy="31491240"/>
          </a:xfrm>
          <a:prstGeom prst="rect">
            <a:avLst/>
          </a:prstGeom>
          <a:noFill/>
          <a:ln>
            <a:noFill/>
          </a:ln>
        </p:spPr>
        <p:txBody>
          <a:bodyPr spcFirstLastPara="1" wrap="square" lIns="380325" tIns="380325" rIns="380325" bIns="380325"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6"/>
        <p:cNvGrpSpPr/>
        <p:nvPr/>
      </p:nvGrpSpPr>
      <p:grpSpPr>
        <a:xfrm>
          <a:off x="0" y="0"/>
          <a:ext cx="0" cy="0"/>
          <a:chOff x="0" y="0"/>
          <a:chExt cx="0" cy="0"/>
        </a:xfrm>
      </p:grpSpPr>
      <p:sp>
        <p:nvSpPr>
          <p:cNvPr id="67" name="Google Shape;67;p15"/>
          <p:cNvSpPr txBox="1">
            <a:spLocks noGrp="1"/>
          </p:cNvSpPr>
          <p:nvPr>
            <p:ph type="ctrTitle"/>
          </p:nvPr>
        </p:nvSpPr>
        <p:spPr>
          <a:xfrm>
            <a:off x="3292477" y="10226676"/>
            <a:ext cx="37306252" cy="7054851"/>
          </a:xfrm>
          <a:prstGeom prst="rect">
            <a:avLst/>
          </a:prstGeom>
          <a:noFill/>
          <a:ln>
            <a:noFill/>
          </a:ln>
        </p:spPr>
        <p:txBody>
          <a:bodyPr spcFirstLastPara="1" wrap="square" lIns="76050" tIns="38000" rIns="76050" bIns="380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8" name="Google Shape;68;p15"/>
          <p:cNvSpPr txBox="1">
            <a:spLocks noGrp="1"/>
          </p:cNvSpPr>
          <p:nvPr>
            <p:ph type="subTitle" idx="1"/>
          </p:nvPr>
        </p:nvSpPr>
        <p:spPr>
          <a:xfrm>
            <a:off x="6583365" y="18653127"/>
            <a:ext cx="30724474" cy="8413749"/>
          </a:xfrm>
          <a:prstGeom prst="rect">
            <a:avLst/>
          </a:prstGeom>
          <a:noFill/>
          <a:ln>
            <a:noFill/>
          </a:ln>
        </p:spPr>
        <p:txBody>
          <a:bodyPr spcFirstLastPara="1" wrap="square" lIns="380325" tIns="380325" rIns="380325" bIns="380325" anchor="t" anchorCtr="0">
            <a:noAutofit/>
          </a:bodyPr>
          <a:lstStyle>
            <a:lvl1pPr lvl="0" algn="ctr">
              <a:spcBef>
                <a:spcPts val="512"/>
              </a:spcBef>
              <a:spcAft>
                <a:spcPts val="0"/>
              </a:spcAft>
              <a:buClr>
                <a:schemeClr val="dk1"/>
              </a:buClr>
              <a:buSzPts val="2560"/>
              <a:buFont typeface="Arial"/>
              <a:buNone/>
              <a:defRPr/>
            </a:lvl1pPr>
            <a:lvl2pPr lvl="1" algn="ctr">
              <a:spcBef>
                <a:spcPts val="512"/>
              </a:spcBef>
              <a:spcAft>
                <a:spcPts val="0"/>
              </a:spcAft>
              <a:buClr>
                <a:schemeClr val="dk1"/>
              </a:buClr>
              <a:buSzPts val="2560"/>
              <a:buFont typeface="Arial"/>
              <a:buNone/>
              <a:defRPr/>
            </a:lvl2pPr>
            <a:lvl3pPr lvl="2" algn="ctr">
              <a:spcBef>
                <a:spcPts val="427"/>
              </a:spcBef>
              <a:spcAft>
                <a:spcPts val="0"/>
              </a:spcAft>
              <a:buClr>
                <a:schemeClr val="dk1"/>
              </a:buClr>
              <a:buSzPts val="2133"/>
              <a:buFont typeface="Arial"/>
              <a:buNone/>
              <a:defRPr/>
            </a:lvl3pPr>
            <a:lvl4pPr lvl="3" algn="ctr">
              <a:spcBef>
                <a:spcPts val="341"/>
              </a:spcBef>
              <a:spcAft>
                <a:spcPts val="0"/>
              </a:spcAft>
              <a:buClr>
                <a:schemeClr val="dk1"/>
              </a:buClr>
              <a:buSzPts val="1707"/>
              <a:buFont typeface="Arial"/>
              <a:buNone/>
              <a:defRPr/>
            </a:lvl4pPr>
            <a:lvl5pPr lvl="4" algn="ctr">
              <a:spcBef>
                <a:spcPts val="341"/>
              </a:spcBef>
              <a:spcAft>
                <a:spcPts val="0"/>
              </a:spcAft>
              <a:buClr>
                <a:schemeClr val="dk1"/>
              </a:buClr>
              <a:buSzPts val="1707"/>
              <a:buFont typeface="Arial"/>
              <a:buNone/>
              <a:defRPr/>
            </a:lvl5pPr>
            <a:lvl6pPr lvl="5" algn="ctr">
              <a:spcBef>
                <a:spcPts val="341"/>
              </a:spcBef>
              <a:spcAft>
                <a:spcPts val="0"/>
              </a:spcAft>
              <a:buClr>
                <a:schemeClr val="dk1"/>
              </a:buClr>
              <a:buSzPts val="1707"/>
              <a:buFont typeface="Arial"/>
              <a:buNone/>
              <a:defRPr/>
            </a:lvl6pPr>
            <a:lvl7pPr lvl="6" algn="ctr">
              <a:spcBef>
                <a:spcPts val="341"/>
              </a:spcBef>
              <a:spcAft>
                <a:spcPts val="0"/>
              </a:spcAft>
              <a:buClr>
                <a:schemeClr val="dk1"/>
              </a:buClr>
              <a:buSzPts val="1707"/>
              <a:buFont typeface="Arial"/>
              <a:buNone/>
              <a:defRPr/>
            </a:lvl7pPr>
            <a:lvl8pPr lvl="7" algn="ctr">
              <a:spcBef>
                <a:spcPts val="341"/>
              </a:spcBef>
              <a:spcAft>
                <a:spcPts val="0"/>
              </a:spcAft>
              <a:buClr>
                <a:schemeClr val="dk1"/>
              </a:buClr>
              <a:buSzPts val="1707"/>
              <a:buFont typeface="Arial"/>
              <a:buNone/>
              <a:defRPr/>
            </a:lvl8pPr>
            <a:lvl9pPr lvl="8" algn="ctr">
              <a:spcBef>
                <a:spcPts val="341"/>
              </a:spcBef>
              <a:spcAft>
                <a:spcPts val="0"/>
              </a:spcAft>
              <a:buClr>
                <a:schemeClr val="dk1"/>
              </a:buClr>
              <a:buSzPts val="1707"/>
              <a:buFont typeface="Arial"/>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9"/>
        <p:cNvGrpSpPr/>
        <p:nvPr/>
      </p:nvGrpSpPr>
      <p:grpSpPr>
        <a:xfrm>
          <a:off x="0" y="0"/>
          <a:ext cx="0" cy="0"/>
          <a:chOff x="0" y="0"/>
          <a:chExt cx="0" cy="0"/>
        </a:xfrm>
      </p:grpSpPr>
      <p:sp>
        <p:nvSpPr>
          <p:cNvPr id="70" name="Google Shape;70;p16"/>
          <p:cNvSpPr txBox="1">
            <a:spLocks noGrp="1"/>
          </p:cNvSpPr>
          <p:nvPr>
            <p:ph type="title"/>
          </p:nvPr>
        </p:nvSpPr>
        <p:spPr>
          <a:xfrm>
            <a:off x="960120" y="1272540"/>
            <a:ext cx="41925239" cy="2202180"/>
          </a:xfrm>
          <a:prstGeom prst="rect">
            <a:avLst/>
          </a:prstGeom>
          <a:noFill/>
          <a:ln>
            <a:noFill/>
          </a:ln>
        </p:spPr>
        <p:txBody>
          <a:bodyPr spcFirstLastPara="1" wrap="square" lIns="76050" tIns="38000" rIns="76050" bIns="380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1" name="Google Shape;71;p16"/>
          <p:cNvSpPr txBox="1">
            <a:spLocks noGrp="1"/>
          </p:cNvSpPr>
          <p:nvPr>
            <p:ph type="body" idx="1"/>
          </p:nvPr>
        </p:nvSpPr>
        <p:spPr>
          <a:xfrm>
            <a:off x="693421" y="5638800"/>
            <a:ext cx="9974580" cy="26563319"/>
          </a:xfrm>
          <a:prstGeom prst="rect">
            <a:avLst/>
          </a:prstGeom>
          <a:noFill/>
          <a:ln>
            <a:noFill/>
          </a:ln>
        </p:spPr>
        <p:txBody>
          <a:bodyPr spcFirstLastPara="1" wrap="square" lIns="380325" tIns="380325" rIns="380325" bIns="380325"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2"/>
        <p:cNvGrpSpPr/>
        <p:nvPr/>
      </p:nvGrpSpPr>
      <p:grpSpPr>
        <a:xfrm>
          <a:off x="0" y="0"/>
          <a:ext cx="0" cy="0"/>
          <a:chOff x="0" y="0"/>
          <a:chExt cx="0" cy="0"/>
        </a:xfrm>
      </p:grpSpPr>
      <p:sp>
        <p:nvSpPr>
          <p:cNvPr id="73" name="Google Shape;73;p17"/>
          <p:cNvSpPr txBox="1">
            <a:spLocks noGrp="1"/>
          </p:cNvSpPr>
          <p:nvPr>
            <p:ph type="title"/>
          </p:nvPr>
        </p:nvSpPr>
        <p:spPr>
          <a:xfrm>
            <a:off x="3467103" y="21153441"/>
            <a:ext cx="37307839" cy="6537326"/>
          </a:xfrm>
          <a:prstGeom prst="rect">
            <a:avLst/>
          </a:prstGeom>
          <a:noFill/>
          <a:ln>
            <a:noFill/>
          </a:ln>
        </p:spPr>
        <p:txBody>
          <a:bodyPr spcFirstLastPara="1" wrap="square" lIns="76050" tIns="38000" rIns="76050" bIns="38000" anchor="t" anchorCtr="0">
            <a:noAutofit/>
          </a:bodyPr>
          <a:lstStyle>
            <a:lvl1pPr lvl="0" algn="l">
              <a:spcBef>
                <a:spcPts val="0"/>
              </a:spcBef>
              <a:spcAft>
                <a:spcPts val="0"/>
              </a:spcAft>
              <a:buSzPts val="1400"/>
              <a:buNone/>
              <a:defRPr sz="352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4" name="Google Shape;74;p17"/>
          <p:cNvSpPr txBox="1">
            <a:spLocks noGrp="1"/>
          </p:cNvSpPr>
          <p:nvPr>
            <p:ph type="body" idx="1"/>
          </p:nvPr>
        </p:nvSpPr>
        <p:spPr>
          <a:xfrm>
            <a:off x="3467103" y="13952538"/>
            <a:ext cx="37307839" cy="7200900"/>
          </a:xfrm>
          <a:prstGeom prst="rect">
            <a:avLst/>
          </a:prstGeom>
          <a:noFill/>
          <a:ln>
            <a:noFill/>
          </a:ln>
        </p:spPr>
        <p:txBody>
          <a:bodyPr spcFirstLastPara="1" wrap="square" lIns="380325" tIns="380325" rIns="380325" bIns="380325" anchor="b" anchorCtr="0">
            <a:noAutofit/>
          </a:bodyPr>
          <a:lstStyle>
            <a:lvl1pPr marL="457200" lvl="0" indent="-228600" algn="l">
              <a:spcBef>
                <a:spcPts val="363"/>
              </a:spcBef>
              <a:spcAft>
                <a:spcPts val="0"/>
              </a:spcAft>
              <a:buClr>
                <a:schemeClr val="dk1"/>
              </a:buClr>
              <a:buSzPts val="1813"/>
              <a:buFont typeface="Arial"/>
              <a:buNone/>
              <a:defRPr sz="1812"/>
            </a:lvl1pPr>
            <a:lvl2pPr marL="914400" lvl="1" indent="-228600" algn="l">
              <a:spcBef>
                <a:spcPts val="320"/>
              </a:spcBef>
              <a:spcAft>
                <a:spcPts val="0"/>
              </a:spcAft>
              <a:buClr>
                <a:schemeClr val="dk1"/>
              </a:buClr>
              <a:buSzPts val="1600"/>
              <a:buFont typeface="Arial"/>
              <a:buNone/>
              <a:defRPr sz="1600"/>
            </a:lvl2pPr>
            <a:lvl3pPr marL="1371600" lvl="2" indent="-228600" algn="l">
              <a:spcBef>
                <a:spcPts val="277"/>
              </a:spcBef>
              <a:spcAft>
                <a:spcPts val="0"/>
              </a:spcAft>
              <a:buClr>
                <a:schemeClr val="dk1"/>
              </a:buClr>
              <a:buSzPts val="1387"/>
              <a:buFont typeface="Arial"/>
              <a:buNone/>
              <a:defRPr sz="1387"/>
            </a:lvl3pPr>
            <a:lvl4pPr marL="1828800" lvl="3" indent="-228600" algn="l">
              <a:spcBef>
                <a:spcPts val="256"/>
              </a:spcBef>
              <a:spcAft>
                <a:spcPts val="0"/>
              </a:spcAft>
              <a:buClr>
                <a:schemeClr val="dk1"/>
              </a:buClr>
              <a:buSzPts val="1280"/>
              <a:buFont typeface="Arial"/>
              <a:buNone/>
              <a:defRPr sz="1280"/>
            </a:lvl4pPr>
            <a:lvl5pPr marL="2286000" lvl="4" indent="-228600" algn="l">
              <a:spcBef>
                <a:spcPts val="256"/>
              </a:spcBef>
              <a:spcAft>
                <a:spcPts val="0"/>
              </a:spcAft>
              <a:buClr>
                <a:schemeClr val="dk1"/>
              </a:buClr>
              <a:buSzPts val="1280"/>
              <a:buFont typeface="Arial"/>
              <a:buNone/>
              <a:defRPr sz="1280"/>
            </a:lvl5pPr>
            <a:lvl6pPr marL="2743200" lvl="5" indent="-228600" algn="l">
              <a:spcBef>
                <a:spcPts val="256"/>
              </a:spcBef>
              <a:spcAft>
                <a:spcPts val="0"/>
              </a:spcAft>
              <a:buClr>
                <a:schemeClr val="dk1"/>
              </a:buClr>
              <a:buSzPts val="1280"/>
              <a:buFont typeface="Arial"/>
              <a:buNone/>
              <a:defRPr sz="1280"/>
            </a:lvl6pPr>
            <a:lvl7pPr marL="3200400" lvl="6" indent="-228600" algn="l">
              <a:spcBef>
                <a:spcPts val="256"/>
              </a:spcBef>
              <a:spcAft>
                <a:spcPts val="0"/>
              </a:spcAft>
              <a:buClr>
                <a:schemeClr val="dk1"/>
              </a:buClr>
              <a:buSzPts val="1280"/>
              <a:buFont typeface="Arial"/>
              <a:buNone/>
              <a:defRPr sz="1280"/>
            </a:lvl7pPr>
            <a:lvl8pPr marL="3657600" lvl="7" indent="-228600" algn="l">
              <a:spcBef>
                <a:spcPts val="256"/>
              </a:spcBef>
              <a:spcAft>
                <a:spcPts val="0"/>
              </a:spcAft>
              <a:buClr>
                <a:schemeClr val="dk1"/>
              </a:buClr>
              <a:buSzPts val="1280"/>
              <a:buFont typeface="Arial"/>
              <a:buNone/>
              <a:defRPr sz="1280"/>
            </a:lvl8pPr>
            <a:lvl9pPr marL="4114800" lvl="8" indent="-228600" algn="l">
              <a:spcBef>
                <a:spcPts val="256"/>
              </a:spcBef>
              <a:spcAft>
                <a:spcPts val="0"/>
              </a:spcAft>
              <a:buClr>
                <a:schemeClr val="dk1"/>
              </a:buClr>
              <a:buSzPts val="1280"/>
              <a:buFont typeface="Arial"/>
              <a:buNone/>
              <a:defRPr sz="1280"/>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5"/>
        <p:cNvGrpSpPr/>
        <p:nvPr/>
      </p:nvGrpSpPr>
      <p:grpSpPr>
        <a:xfrm>
          <a:off x="0" y="0"/>
          <a:ext cx="0" cy="0"/>
          <a:chOff x="0" y="0"/>
          <a:chExt cx="0" cy="0"/>
        </a:xfrm>
      </p:grpSpPr>
      <p:sp>
        <p:nvSpPr>
          <p:cNvPr id="76" name="Google Shape;76;p18"/>
          <p:cNvSpPr txBox="1">
            <a:spLocks noGrp="1"/>
          </p:cNvSpPr>
          <p:nvPr>
            <p:ph type="title"/>
          </p:nvPr>
        </p:nvSpPr>
        <p:spPr>
          <a:xfrm>
            <a:off x="960120" y="1272540"/>
            <a:ext cx="41925239" cy="2202180"/>
          </a:xfrm>
          <a:prstGeom prst="rect">
            <a:avLst/>
          </a:prstGeom>
          <a:noFill/>
          <a:ln>
            <a:noFill/>
          </a:ln>
        </p:spPr>
        <p:txBody>
          <a:bodyPr spcFirstLastPara="1" wrap="square" lIns="76050" tIns="38000" rIns="76050" bIns="380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7" name="Google Shape;77;p18"/>
          <p:cNvSpPr txBox="1">
            <a:spLocks noGrp="1"/>
          </p:cNvSpPr>
          <p:nvPr>
            <p:ph type="body" idx="1"/>
          </p:nvPr>
        </p:nvSpPr>
        <p:spPr>
          <a:xfrm>
            <a:off x="693739" y="5638802"/>
            <a:ext cx="4910137" cy="26563637"/>
          </a:xfrm>
          <a:prstGeom prst="rect">
            <a:avLst/>
          </a:prstGeom>
          <a:noFill/>
          <a:ln>
            <a:noFill/>
          </a:ln>
        </p:spPr>
        <p:txBody>
          <a:bodyPr spcFirstLastPara="1" wrap="square" lIns="380325" tIns="380325" rIns="380325" bIns="380325" anchor="t" anchorCtr="0">
            <a:noAutofit/>
          </a:bodyPr>
          <a:lstStyle>
            <a:lvl1pPr marL="457200" lvl="0" indent="-384365" algn="l">
              <a:spcBef>
                <a:spcPts val="491"/>
              </a:spcBef>
              <a:spcAft>
                <a:spcPts val="0"/>
              </a:spcAft>
              <a:buClr>
                <a:schemeClr val="dk1"/>
              </a:buClr>
              <a:buSzPts val="2453"/>
              <a:buFont typeface="Arial"/>
              <a:buChar char="•"/>
              <a:defRPr sz="2453"/>
            </a:lvl1pPr>
            <a:lvl2pPr marL="914400" lvl="1" indent="-364045" algn="l">
              <a:spcBef>
                <a:spcPts val="427"/>
              </a:spcBef>
              <a:spcAft>
                <a:spcPts val="0"/>
              </a:spcAft>
              <a:buClr>
                <a:schemeClr val="dk1"/>
              </a:buClr>
              <a:buSzPts val="2133"/>
              <a:buFont typeface="Arial"/>
              <a:buChar char="–"/>
              <a:defRPr sz="2133"/>
            </a:lvl2pPr>
            <a:lvl3pPr marL="1371600" lvl="2" indent="-343725" algn="l">
              <a:spcBef>
                <a:spcPts val="363"/>
              </a:spcBef>
              <a:spcAft>
                <a:spcPts val="0"/>
              </a:spcAft>
              <a:buClr>
                <a:schemeClr val="dk1"/>
              </a:buClr>
              <a:buSzPts val="1813"/>
              <a:buFont typeface="Arial"/>
              <a:buChar char="•"/>
              <a:defRPr sz="1812"/>
            </a:lvl3pPr>
            <a:lvl4pPr marL="1828800" lvl="3" indent="-330200" algn="l">
              <a:spcBef>
                <a:spcPts val="320"/>
              </a:spcBef>
              <a:spcAft>
                <a:spcPts val="0"/>
              </a:spcAft>
              <a:buClr>
                <a:schemeClr val="dk1"/>
              </a:buClr>
              <a:buSzPts val="1600"/>
              <a:buFont typeface="Arial"/>
              <a:buChar char="–"/>
              <a:defRPr sz="1600"/>
            </a:lvl4pPr>
            <a:lvl5pPr marL="2286000" lvl="4" indent="-330200" algn="l">
              <a:spcBef>
                <a:spcPts val="320"/>
              </a:spcBef>
              <a:spcAft>
                <a:spcPts val="0"/>
              </a:spcAft>
              <a:buClr>
                <a:schemeClr val="dk1"/>
              </a:buClr>
              <a:buSzPts val="1600"/>
              <a:buFont typeface="Arial"/>
              <a:buChar char="»"/>
              <a:defRPr sz="1600"/>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
        <p:nvSpPr>
          <p:cNvPr id="78" name="Google Shape;78;p18"/>
          <p:cNvSpPr txBox="1">
            <a:spLocks noGrp="1"/>
          </p:cNvSpPr>
          <p:nvPr>
            <p:ph type="body" idx="2"/>
          </p:nvPr>
        </p:nvSpPr>
        <p:spPr>
          <a:xfrm>
            <a:off x="5756275" y="5638802"/>
            <a:ext cx="4911725" cy="26563637"/>
          </a:xfrm>
          <a:prstGeom prst="rect">
            <a:avLst/>
          </a:prstGeom>
          <a:noFill/>
          <a:ln>
            <a:noFill/>
          </a:ln>
        </p:spPr>
        <p:txBody>
          <a:bodyPr spcFirstLastPara="1" wrap="square" lIns="380325" tIns="380325" rIns="380325" bIns="380325" anchor="t" anchorCtr="0">
            <a:noAutofit/>
          </a:bodyPr>
          <a:lstStyle>
            <a:lvl1pPr marL="457200" lvl="0" indent="-384365" algn="l">
              <a:spcBef>
                <a:spcPts val="491"/>
              </a:spcBef>
              <a:spcAft>
                <a:spcPts val="0"/>
              </a:spcAft>
              <a:buClr>
                <a:schemeClr val="dk1"/>
              </a:buClr>
              <a:buSzPts val="2453"/>
              <a:buFont typeface="Arial"/>
              <a:buChar char="•"/>
              <a:defRPr sz="2453"/>
            </a:lvl1pPr>
            <a:lvl2pPr marL="914400" lvl="1" indent="-364045" algn="l">
              <a:spcBef>
                <a:spcPts val="427"/>
              </a:spcBef>
              <a:spcAft>
                <a:spcPts val="0"/>
              </a:spcAft>
              <a:buClr>
                <a:schemeClr val="dk1"/>
              </a:buClr>
              <a:buSzPts val="2133"/>
              <a:buFont typeface="Arial"/>
              <a:buChar char="–"/>
              <a:defRPr sz="2133"/>
            </a:lvl2pPr>
            <a:lvl3pPr marL="1371600" lvl="2" indent="-343725" algn="l">
              <a:spcBef>
                <a:spcPts val="363"/>
              </a:spcBef>
              <a:spcAft>
                <a:spcPts val="0"/>
              </a:spcAft>
              <a:buClr>
                <a:schemeClr val="dk1"/>
              </a:buClr>
              <a:buSzPts val="1813"/>
              <a:buFont typeface="Arial"/>
              <a:buChar char="•"/>
              <a:defRPr sz="1812"/>
            </a:lvl3pPr>
            <a:lvl4pPr marL="1828800" lvl="3" indent="-330200" algn="l">
              <a:spcBef>
                <a:spcPts val="320"/>
              </a:spcBef>
              <a:spcAft>
                <a:spcPts val="0"/>
              </a:spcAft>
              <a:buClr>
                <a:schemeClr val="dk1"/>
              </a:buClr>
              <a:buSzPts val="1600"/>
              <a:buFont typeface="Arial"/>
              <a:buChar char="–"/>
              <a:defRPr sz="1600"/>
            </a:lvl4pPr>
            <a:lvl5pPr marL="2286000" lvl="4" indent="-330200" algn="l">
              <a:spcBef>
                <a:spcPts val="320"/>
              </a:spcBef>
              <a:spcAft>
                <a:spcPts val="0"/>
              </a:spcAft>
              <a:buClr>
                <a:schemeClr val="dk1"/>
              </a:buClr>
              <a:buSzPts val="1600"/>
              <a:buFont typeface="Arial"/>
              <a:buChar char="»"/>
              <a:defRPr sz="1600"/>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9"/>
        <p:cNvGrpSpPr/>
        <p:nvPr/>
      </p:nvGrpSpPr>
      <p:grpSpPr>
        <a:xfrm>
          <a:off x="0" y="0"/>
          <a:ext cx="0" cy="0"/>
          <a:chOff x="0" y="0"/>
          <a:chExt cx="0" cy="0"/>
        </a:xfrm>
      </p:grpSpPr>
      <p:sp>
        <p:nvSpPr>
          <p:cNvPr id="80" name="Google Shape;80;p19"/>
          <p:cNvSpPr txBox="1">
            <a:spLocks noGrp="1"/>
          </p:cNvSpPr>
          <p:nvPr>
            <p:ph type="title"/>
          </p:nvPr>
        </p:nvSpPr>
        <p:spPr>
          <a:xfrm>
            <a:off x="2193926" y="1317626"/>
            <a:ext cx="39503351" cy="5486400"/>
          </a:xfrm>
          <a:prstGeom prst="rect">
            <a:avLst/>
          </a:prstGeom>
          <a:noFill/>
          <a:ln>
            <a:noFill/>
          </a:ln>
        </p:spPr>
        <p:txBody>
          <a:bodyPr spcFirstLastPara="1" wrap="square" lIns="76050" tIns="38000" rIns="76050" bIns="380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1" name="Google Shape;81;p19"/>
          <p:cNvSpPr txBox="1">
            <a:spLocks noGrp="1"/>
          </p:cNvSpPr>
          <p:nvPr>
            <p:ph type="body" idx="1"/>
          </p:nvPr>
        </p:nvSpPr>
        <p:spPr>
          <a:xfrm>
            <a:off x="2193926" y="7369178"/>
            <a:ext cx="19392900" cy="3070226"/>
          </a:xfrm>
          <a:prstGeom prst="rect">
            <a:avLst/>
          </a:prstGeom>
          <a:noFill/>
          <a:ln>
            <a:noFill/>
          </a:ln>
        </p:spPr>
        <p:txBody>
          <a:bodyPr spcFirstLastPara="1" wrap="square" lIns="380325" tIns="380325" rIns="380325" bIns="380325" anchor="b" anchorCtr="0">
            <a:noAutofit/>
          </a:bodyPr>
          <a:lstStyle>
            <a:lvl1pPr marL="457200" lvl="0" indent="-228600" algn="l">
              <a:spcBef>
                <a:spcPts val="427"/>
              </a:spcBef>
              <a:spcAft>
                <a:spcPts val="0"/>
              </a:spcAft>
              <a:buClr>
                <a:schemeClr val="dk1"/>
              </a:buClr>
              <a:buSzPts val="2133"/>
              <a:buFont typeface="Arial"/>
              <a:buNone/>
              <a:defRPr sz="2133" b="1"/>
            </a:lvl1pPr>
            <a:lvl2pPr marL="914400" lvl="1" indent="-228600" algn="l">
              <a:spcBef>
                <a:spcPts val="363"/>
              </a:spcBef>
              <a:spcAft>
                <a:spcPts val="0"/>
              </a:spcAft>
              <a:buClr>
                <a:schemeClr val="dk1"/>
              </a:buClr>
              <a:buSzPts val="1813"/>
              <a:buFont typeface="Arial"/>
              <a:buNone/>
              <a:defRPr sz="1812" b="1"/>
            </a:lvl2pPr>
            <a:lvl3pPr marL="1371600" lvl="2" indent="-228600" algn="l">
              <a:spcBef>
                <a:spcPts val="320"/>
              </a:spcBef>
              <a:spcAft>
                <a:spcPts val="0"/>
              </a:spcAft>
              <a:buClr>
                <a:schemeClr val="dk1"/>
              </a:buClr>
              <a:buSzPts val="1600"/>
              <a:buFont typeface="Arial"/>
              <a:buNone/>
              <a:defRPr sz="1600" b="1"/>
            </a:lvl3pPr>
            <a:lvl4pPr marL="1828800" lvl="3" indent="-228600" algn="l">
              <a:spcBef>
                <a:spcPts val="277"/>
              </a:spcBef>
              <a:spcAft>
                <a:spcPts val="0"/>
              </a:spcAft>
              <a:buClr>
                <a:schemeClr val="dk1"/>
              </a:buClr>
              <a:buSzPts val="1387"/>
              <a:buFont typeface="Arial"/>
              <a:buNone/>
              <a:defRPr sz="1387" b="1"/>
            </a:lvl4pPr>
            <a:lvl5pPr marL="2286000" lvl="4" indent="-228600" algn="l">
              <a:spcBef>
                <a:spcPts val="277"/>
              </a:spcBef>
              <a:spcAft>
                <a:spcPts val="0"/>
              </a:spcAft>
              <a:buClr>
                <a:schemeClr val="dk1"/>
              </a:buClr>
              <a:buSzPts val="1387"/>
              <a:buFont typeface="Arial"/>
              <a:buNone/>
              <a:defRPr sz="1387" b="1"/>
            </a:lvl5pPr>
            <a:lvl6pPr marL="2743200" lvl="5" indent="-228600" algn="l">
              <a:spcBef>
                <a:spcPts val="277"/>
              </a:spcBef>
              <a:spcAft>
                <a:spcPts val="0"/>
              </a:spcAft>
              <a:buClr>
                <a:schemeClr val="dk1"/>
              </a:buClr>
              <a:buSzPts val="1387"/>
              <a:buFont typeface="Arial"/>
              <a:buNone/>
              <a:defRPr sz="1387" b="1"/>
            </a:lvl6pPr>
            <a:lvl7pPr marL="3200400" lvl="6" indent="-228600" algn="l">
              <a:spcBef>
                <a:spcPts val="277"/>
              </a:spcBef>
              <a:spcAft>
                <a:spcPts val="0"/>
              </a:spcAft>
              <a:buClr>
                <a:schemeClr val="dk1"/>
              </a:buClr>
              <a:buSzPts val="1387"/>
              <a:buFont typeface="Arial"/>
              <a:buNone/>
              <a:defRPr sz="1387" b="1"/>
            </a:lvl7pPr>
            <a:lvl8pPr marL="3657600" lvl="7" indent="-228600" algn="l">
              <a:spcBef>
                <a:spcPts val="277"/>
              </a:spcBef>
              <a:spcAft>
                <a:spcPts val="0"/>
              </a:spcAft>
              <a:buClr>
                <a:schemeClr val="dk1"/>
              </a:buClr>
              <a:buSzPts val="1387"/>
              <a:buFont typeface="Arial"/>
              <a:buNone/>
              <a:defRPr sz="1387" b="1"/>
            </a:lvl8pPr>
            <a:lvl9pPr marL="4114800" lvl="8" indent="-228600" algn="l">
              <a:spcBef>
                <a:spcPts val="277"/>
              </a:spcBef>
              <a:spcAft>
                <a:spcPts val="0"/>
              </a:spcAft>
              <a:buClr>
                <a:schemeClr val="dk1"/>
              </a:buClr>
              <a:buSzPts val="1387"/>
              <a:buFont typeface="Arial"/>
              <a:buNone/>
              <a:defRPr sz="1387" b="1"/>
            </a:lvl9pPr>
          </a:lstStyle>
          <a:p>
            <a:endParaRPr/>
          </a:p>
        </p:txBody>
      </p:sp>
      <p:sp>
        <p:nvSpPr>
          <p:cNvPr id="82" name="Google Shape;82;p19"/>
          <p:cNvSpPr txBox="1">
            <a:spLocks noGrp="1"/>
          </p:cNvSpPr>
          <p:nvPr>
            <p:ph type="body" idx="2"/>
          </p:nvPr>
        </p:nvSpPr>
        <p:spPr>
          <a:xfrm>
            <a:off x="2193926" y="10439402"/>
            <a:ext cx="19392900" cy="18965864"/>
          </a:xfrm>
          <a:prstGeom prst="rect">
            <a:avLst/>
          </a:prstGeom>
          <a:noFill/>
          <a:ln>
            <a:noFill/>
          </a:ln>
        </p:spPr>
        <p:txBody>
          <a:bodyPr spcFirstLastPara="1" wrap="square" lIns="380325" tIns="380325" rIns="380325" bIns="380325" anchor="t" anchorCtr="0">
            <a:noAutofit/>
          </a:bodyPr>
          <a:lstStyle>
            <a:lvl1pPr marL="457200" lvl="0" indent="-364045" algn="l">
              <a:spcBef>
                <a:spcPts val="427"/>
              </a:spcBef>
              <a:spcAft>
                <a:spcPts val="0"/>
              </a:spcAft>
              <a:buClr>
                <a:schemeClr val="dk1"/>
              </a:buClr>
              <a:buSzPts val="2133"/>
              <a:buFont typeface="Arial"/>
              <a:buChar char="•"/>
              <a:defRPr sz="2133"/>
            </a:lvl1pPr>
            <a:lvl2pPr marL="914400" lvl="1" indent="-343725" algn="l">
              <a:spcBef>
                <a:spcPts val="363"/>
              </a:spcBef>
              <a:spcAft>
                <a:spcPts val="0"/>
              </a:spcAft>
              <a:buClr>
                <a:schemeClr val="dk1"/>
              </a:buClr>
              <a:buSzPts val="1813"/>
              <a:buFont typeface="Arial"/>
              <a:buChar char="–"/>
              <a:defRPr sz="1812"/>
            </a:lvl2pPr>
            <a:lvl3pPr marL="1371600" lvl="2" indent="-330200" algn="l">
              <a:spcBef>
                <a:spcPts val="320"/>
              </a:spcBef>
              <a:spcAft>
                <a:spcPts val="0"/>
              </a:spcAft>
              <a:buClr>
                <a:schemeClr val="dk1"/>
              </a:buClr>
              <a:buSzPts val="1600"/>
              <a:buFont typeface="Arial"/>
              <a:buChar char="•"/>
              <a:defRPr sz="1600"/>
            </a:lvl3pPr>
            <a:lvl4pPr marL="1828800" lvl="3" indent="-316674" algn="l">
              <a:spcBef>
                <a:spcPts val="277"/>
              </a:spcBef>
              <a:spcAft>
                <a:spcPts val="0"/>
              </a:spcAft>
              <a:buClr>
                <a:schemeClr val="dk1"/>
              </a:buClr>
              <a:buSzPts val="1387"/>
              <a:buFont typeface="Arial"/>
              <a:buChar char="–"/>
              <a:defRPr sz="1387"/>
            </a:lvl4pPr>
            <a:lvl5pPr marL="2286000" lvl="4" indent="-316674" algn="l">
              <a:spcBef>
                <a:spcPts val="277"/>
              </a:spcBef>
              <a:spcAft>
                <a:spcPts val="0"/>
              </a:spcAft>
              <a:buClr>
                <a:schemeClr val="dk1"/>
              </a:buClr>
              <a:buSzPts val="1387"/>
              <a:buFont typeface="Arial"/>
              <a:buChar char="»"/>
              <a:defRPr sz="1387"/>
            </a:lvl5pPr>
            <a:lvl6pPr marL="2743200" lvl="5" indent="-316674" algn="l">
              <a:spcBef>
                <a:spcPts val="277"/>
              </a:spcBef>
              <a:spcAft>
                <a:spcPts val="0"/>
              </a:spcAft>
              <a:buClr>
                <a:schemeClr val="dk1"/>
              </a:buClr>
              <a:buSzPts val="1387"/>
              <a:buFont typeface="Arial"/>
              <a:buChar char="»"/>
              <a:defRPr sz="1387"/>
            </a:lvl6pPr>
            <a:lvl7pPr marL="3200400" lvl="6" indent="-316674" algn="l">
              <a:spcBef>
                <a:spcPts val="277"/>
              </a:spcBef>
              <a:spcAft>
                <a:spcPts val="0"/>
              </a:spcAft>
              <a:buClr>
                <a:schemeClr val="dk1"/>
              </a:buClr>
              <a:buSzPts val="1387"/>
              <a:buFont typeface="Arial"/>
              <a:buChar char="»"/>
              <a:defRPr sz="1387"/>
            </a:lvl7pPr>
            <a:lvl8pPr marL="3657600" lvl="7" indent="-316674" algn="l">
              <a:spcBef>
                <a:spcPts val="277"/>
              </a:spcBef>
              <a:spcAft>
                <a:spcPts val="0"/>
              </a:spcAft>
              <a:buClr>
                <a:schemeClr val="dk1"/>
              </a:buClr>
              <a:buSzPts val="1387"/>
              <a:buFont typeface="Arial"/>
              <a:buChar char="»"/>
              <a:defRPr sz="1387"/>
            </a:lvl8pPr>
            <a:lvl9pPr marL="4114800" lvl="8" indent="-316674" algn="l">
              <a:spcBef>
                <a:spcPts val="277"/>
              </a:spcBef>
              <a:spcAft>
                <a:spcPts val="0"/>
              </a:spcAft>
              <a:buClr>
                <a:schemeClr val="dk1"/>
              </a:buClr>
              <a:buSzPts val="1387"/>
              <a:buFont typeface="Arial"/>
              <a:buChar char="»"/>
              <a:defRPr sz="1387"/>
            </a:lvl9pPr>
          </a:lstStyle>
          <a:p>
            <a:endParaRPr/>
          </a:p>
        </p:txBody>
      </p:sp>
      <p:sp>
        <p:nvSpPr>
          <p:cNvPr id="83" name="Google Shape;83;p19"/>
          <p:cNvSpPr txBox="1">
            <a:spLocks noGrp="1"/>
          </p:cNvSpPr>
          <p:nvPr>
            <p:ph type="body" idx="3"/>
          </p:nvPr>
        </p:nvSpPr>
        <p:spPr>
          <a:xfrm>
            <a:off x="22296441" y="7369178"/>
            <a:ext cx="19400837" cy="3070226"/>
          </a:xfrm>
          <a:prstGeom prst="rect">
            <a:avLst/>
          </a:prstGeom>
          <a:noFill/>
          <a:ln>
            <a:noFill/>
          </a:ln>
        </p:spPr>
        <p:txBody>
          <a:bodyPr spcFirstLastPara="1" wrap="square" lIns="380325" tIns="380325" rIns="380325" bIns="380325" anchor="b" anchorCtr="0">
            <a:noAutofit/>
          </a:bodyPr>
          <a:lstStyle>
            <a:lvl1pPr marL="457200" lvl="0" indent="-228600" algn="l">
              <a:spcBef>
                <a:spcPts val="427"/>
              </a:spcBef>
              <a:spcAft>
                <a:spcPts val="0"/>
              </a:spcAft>
              <a:buClr>
                <a:schemeClr val="dk1"/>
              </a:buClr>
              <a:buSzPts val="2133"/>
              <a:buFont typeface="Arial"/>
              <a:buNone/>
              <a:defRPr sz="2133" b="1"/>
            </a:lvl1pPr>
            <a:lvl2pPr marL="914400" lvl="1" indent="-228600" algn="l">
              <a:spcBef>
                <a:spcPts val="363"/>
              </a:spcBef>
              <a:spcAft>
                <a:spcPts val="0"/>
              </a:spcAft>
              <a:buClr>
                <a:schemeClr val="dk1"/>
              </a:buClr>
              <a:buSzPts val="1813"/>
              <a:buFont typeface="Arial"/>
              <a:buNone/>
              <a:defRPr sz="1812" b="1"/>
            </a:lvl2pPr>
            <a:lvl3pPr marL="1371600" lvl="2" indent="-228600" algn="l">
              <a:spcBef>
                <a:spcPts val="320"/>
              </a:spcBef>
              <a:spcAft>
                <a:spcPts val="0"/>
              </a:spcAft>
              <a:buClr>
                <a:schemeClr val="dk1"/>
              </a:buClr>
              <a:buSzPts val="1600"/>
              <a:buFont typeface="Arial"/>
              <a:buNone/>
              <a:defRPr sz="1600" b="1"/>
            </a:lvl3pPr>
            <a:lvl4pPr marL="1828800" lvl="3" indent="-228600" algn="l">
              <a:spcBef>
                <a:spcPts val="277"/>
              </a:spcBef>
              <a:spcAft>
                <a:spcPts val="0"/>
              </a:spcAft>
              <a:buClr>
                <a:schemeClr val="dk1"/>
              </a:buClr>
              <a:buSzPts val="1387"/>
              <a:buFont typeface="Arial"/>
              <a:buNone/>
              <a:defRPr sz="1387" b="1"/>
            </a:lvl4pPr>
            <a:lvl5pPr marL="2286000" lvl="4" indent="-228600" algn="l">
              <a:spcBef>
                <a:spcPts val="277"/>
              </a:spcBef>
              <a:spcAft>
                <a:spcPts val="0"/>
              </a:spcAft>
              <a:buClr>
                <a:schemeClr val="dk1"/>
              </a:buClr>
              <a:buSzPts val="1387"/>
              <a:buFont typeface="Arial"/>
              <a:buNone/>
              <a:defRPr sz="1387" b="1"/>
            </a:lvl5pPr>
            <a:lvl6pPr marL="2743200" lvl="5" indent="-228600" algn="l">
              <a:spcBef>
                <a:spcPts val="277"/>
              </a:spcBef>
              <a:spcAft>
                <a:spcPts val="0"/>
              </a:spcAft>
              <a:buClr>
                <a:schemeClr val="dk1"/>
              </a:buClr>
              <a:buSzPts val="1387"/>
              <a:buFont typeface="Arial"/>
              <a:buNone/>
              <a:defRPr sz="1387" b="1"/>
            </a:lvl6pPr>
            <a:lvl7pPr marL="3200400" lvl="6" indent="-228600" algn="l">
              <a:spcBef>
                <a:spcPts val="277"/>
              </a:spcBef>
              <a:spcAft>
                <a:spcPts val="0"/>
              </a:spcAft>
              <a:buClr>
                <a:schemeClr val="dk1"/>
              </a:buClr>
              <a:buSzPts val="1387"/>
              <a:buFont typeface="Arial"/>
              <a:buNone/>
              <a:defRPr sz="1387" b="1"/>
            </a:lvl7pPr>
            <a:lvl8pPr marL="3657600" lvl="7" indent="-228600" algn="l">
              <a:spcBef>
                <a:spcPts val="277"/>
              </a:spcBef>
              <a:spcAft>
                <a:spcPts val="0"/>
              </a:spcAft>
              <a:buClr>
                <a:schemeClr val="dk1"/>
              </a:buClr>
              <a:buSzPts val="1387"/>
              <a:buFont typeface="Arial"/>
              <a:buNone/>
              <a:defRPr sz="1387" b="1"/>
            </a:lvl8pPr>
            <a:lvl9pPr marL="4114800" lvl="8" indent="-228600" algn="l">
              <a:spcBef>
                <a:spcPts val="277"/>
              </a:spcBef>
              <a:spcAft>
                <a:spcPts val="0"/>
              </a:spcAft>
              <a:buClr>
                <a:schemeClr val="dk1"/>
              </a:buClr>
              <a:buSzPts val="1387"/>
              <a:buFont typeface="Arial"/>
              <a:buNone/>
              <a:defRPr sz="1387" b="1"/>
            </a:lvl9pPr>
          </a:lstStyle>
          <a:p>
            <a:endParaRPr/>
          </a:p>
        </p:txBody>
      </p:sp>
      <p:sp>
        <p:nvSpPr>
          <p:cNvPr id="84" name="Google Shape;84;p19"/>
          <p:cNvSpPr txBox="1">
            <a:spLocks noGrp="1"/>
          </p:cNvSpPr>
          <p:nvPr>
            <p:ph type="body" idx="4"/>
          </p:nvPr>
        </p:nvSpPr>
        <p:spPr>
          <a:xfrm>
            <a:off x="22296441" y="10439402"/>
            <a:ext cx="19400837" cy="18965864"/>
          </a:xfrm>
          <a:prstGeom prst="rect">
            <a:avLst/>
          </a:prstGeom>
          <a:noFill/>
          <a:ln>
            <a:noFill/>
          </a:ln>
        </p:spPr>
        <p:txBody>
          <a:bodyPr spcFirstLastPara="1" wrap="square" lIns="380325" tIns="380325" rIns="380325" bIns="380325" anchor="t" anchorCtr="0">
            <a:noAutofit/>
          </a:bodyPr>
          <a:lstStyle>
            <a:lvl1pPr marL="457200" lvl="0" indent="-364045" algn="l">
              <a:spcBef>
                <a:spcPts val="427"/>
              </a:spcBef>
              <a:spcAft>
                <a:spcPts val="0"/>
              </a:spcAft>
              <a:buClr>
                <a:schemeClr val="dk1"/>
              </a:buClr>
              <a:buSzPts val="2133"/>
              <a:buFont typeface="Arial"/>
              <a:buChar char="•"/>
              <a:defRPr sz="2133"/>
            </a:lvl1pPr>
            <a:lvl2pPr marL="914400" lvl="1" indent="-343725" algn="l">
              <a:spcBef>
                <a:spcPts val="363"/>
              </a:spcBef>
              <a:spcAft>
                <a:spcPts val="0"/>
              </a:spcAft>
              <a:buClr>
                <a:schemeClr val="dk1"/>
              </a:buClr>
              <a:buSzPts val="1813"/>
              <a:buFont typeface="Arial"/>
              <a:buChar char="–"/>
              <a:defRPr sz="1812"/>
            </a:lvl2pPr>
            <a:lvl3pPr marL="1371600" lvl="2" indent="-330200" algn="l">
              <a:spcBef>
                <a:spcPts val="320"/>
              </a:spcBef>
              <a:spcAft>
                <a:spcPts val="0"/>
              </a:spcAft>
              <a:buClr>
                <a:schemeClr val="dk1"/>
              </a:buClr>
              <a:buSzPts val="1600"/>
              <a:buFont typeface="Arial"/>
              <a:buChar char="•"/>
              <a:defRPr sz="1600"/>
            </a:lvl3pPr>
            <a:lvl4pPr marL="1828800" lvl="3" indent="-316674" algn="l">
              <a:spcBef>
                <a:spcPts val="277"/>
              </a:spcBef>
              <a:spcAft>
                <a:spcPts val="0"/>
              </a:spcAft>
              <a:buClr>
                <a:schemeClr val="dk1"/>
              </a:buClr>
              <a:buSzPts val="1387"/>
              <a:buFont typeface="Arial"/>
              <a:buChar char="–"/>
              <a:defRPr sz="1387"/>
            </a:lvl4pPr>
            <a:lvl5pPr marL="2286000" lvl="4" indent="-316674" algn="l">
              <a:spcBef>
                <a:spcPts val="277"/>
              </a:spcBef>
              <a:spcAft>
                <a:spcPts val="0"/>
              </a:spcAft>
              <a:buClr>
                <a:schemeClr val="dk1"/>
              </a:buClr>
              <a:buSzPts val="1387"/>
              <a:buFont typeface="Arial"/>
              <a:buChar char="»"/>
              <a:defRPr sz="1387"/>
            </a:lvl5pPr>
            <a:lvl6pPr marL="2743200" lvl="5" indent="-316674" algn="l">
              <a:spcBef>
                <a:spcPts val="277"/>
              </a:spcBef>
              <a:spcAft>
                <a:spcPts val="0"/>
              </a:spcAft>
              <a:buClr>
                <a:schemeClr val="dk1"/>
              </a:buClr>
              <a:buSzPts val="1387"/>
              <a:buFont typeface="Arial"/>
              <a:buChar char="»"/>
              <a:defRPr sz="1387"/>
            </a:lvl6pPr>
            <a:lvl7pPr marL="3200400" lvl="6" indent="-316674" algn="l">
              <a:spcBef>
                <a:spcPts val="277"/>
              </a:spcBef>
              <a:spcAft>
                <a:spcPts val="0"/>
              </a:spcAft>
              <a:buClr>
                <a:schemeClr val="dk1"/>
              </a:buClr>
              <a:buSzPts val="1387"/>
              <a:buFont typeface="Arial"/>
              <a:buChar char="»"/>
              <a:defRPr sz="1387"/>
            </a:lvl7pPr>
            <a:lvl8pPr marL="3657600" lvl="7" indent="-316674" algn="l">
              <a:spcBef>
                <a:spcPts val="277"/>
              </a:spcBef>
              <a:spcAft>
                <a:spcPts val="0"/>
              </a:spcAft>
              <a:buClr>
                <a:schemeClr val="dk1"/>
              </a:buClr>
              <a:buSzPts val="1387"/>
              <a:buFont typeface="Arial"/>
              <a:buChar char="»"/>
              <a:defRPr sz="1387"/>
            </a:lvl8pPr>
            <a:lvl9pPr marL="4114800" lvl="8" indent="-316674" algn="l">
              <a:spcBef>
                <a:spcPts val="277"/>
              </a:spcBef>
              <a:spcAft>
                <a:spcPts val="0"/>
              </a:spcAft>
              <a:buClr>
                <a:schemeClr val="dk1"/>
              </a:buClr>
              <a:buSzPts val="1387"/>
              <a:buFont typeface="Arial"/>
              <a:buChar char="»"/>
              <a:defRPr sz="1387"/>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5"/>
        <p:cNvGrpSpPr/>
        <p:nvPr/>
      </p:nvGrpSpPr>
      <p:grpSpPr>
        <a:xfrm>
          <a:off x="0" y="0"/>
          <a:ext cx="0" cy="0"/>
          <a:chOff x="0" y="0"/>
          <a:chExt cx="0" cy="0"/>
        </a:xfrm>
      </p:grpSpPr>
      <p:sp>
        <p:nvSpPr>
          <p:cNvPr id="86" name="Google Shape;86;p20"/>
          <p:cNvSpPr txBox="1">
            <a:spLocks noGrp="1"/>
          </p:cNvSpPr>
          <p:nvPr>
            <p:ph type="title"/>
          </p:nvPr>
        </p:nvSpPr>
        <p:spPr>
          <a:xfrm>
            <a:off x="960120" y="1272540"/>
            <a:ext cx="41925239" cy="2202180"/>
          </a:xfrm>
          <a:prstGeom prst="rect">
            <a:avLst/>
          </a:prstGeom>
          <a:noFill/>
          <a:ln>
            <a:noFill/>
          </a:ln>
        </p:spPr>
        <p:txBody>
          <a:bodyPr spcFirstLastPara="1" wrap="square" lIns="76050" tIns="38000" rIns="76050" bIns="380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7"/>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8"/>
        <p:cNvGrpSpPr/>
        <p:nvPr/>
      </p:nvGrpSpPr>
      <p:grpSpPr>
        <a:xfrm>
          <a:off x="0" y="0"/>
          <a:ext cx="0" cy="0"/>
          <a:chOff x="0" y="0"/>
          <a:chExt cx="0" cy="0"/>
        </a:xfrm>
      </p:grpSpPr>
      <p:sp>
        <p:nvSpPr>
          <p:cNvPr id="89" name="Google Shape;89;p22"/>
          <p:cNvSpPr txBox="1">
            <a:spLocks noGrp="1"/>
          </p:cNvSpPr>
          <p:nvPr>
            <p:ph type="title"/>
          </p:nvPr>
        </p:nvSpPr>
        <p:spPr>
          <a:xfrm>
            <a:off x="2193926" y="1311276"/>
            <a:ext cx="14439900" cy="5576889"/>
          </a:xfrm>
          <a:prstGeom prst="rect">
            <a:avLst/>
          </a:prstGeom>
          <a:noFill/>
          <a:ln>
            <a:noFill/>
          </a:ln>
        </p:spPr>
        <p:txBody>
          <a:bodyPr spcFirstLastPara="1" wrap="square" lIns="76050" tIns="38000" rIns="76050" bIns="38000" anchor="b" anchorCtr="0">
            <a:noAutofit/>
          </a:bodyPr>
          <a:lstStyle>
            <a:lvl1pPr lvl="0" algn="l">
              <a:spcBef>
                <a:spcPts val="0"/>
              </a:spcBef>
              <a:spcAft>
                <a:spcPts val="0"/>
              </a:spcAft>
              <a:buSzPts val="1400"/>
              <a:buNone/>
              <a:defRPr sz="1812"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0" name="Google Shape;90;p22"/>
          <p:cNvSpPr txBox="1">
            <a:spLocks noGrp="1"/>
          </p:cNvSpPr>
          <p:nvPr>
            <p:ph type="body" idx="1"/>
          </p:nvPr>
        </p:nvSpPr>
        <p:spPr>
          <a:xfrm>
            <a:off x="17160875" y="1311276"/>
            <a:ext cx="24536399" cy="28093989"/>
          </a:xfrm>
          <a:prstGeom prst="rect">
            <a:avLst/>
          </a:prstGeom>
          <a:noFill/>
          <a:ln>
            <a:noFill/>
          </a:ln>
        </p:spPr>
        <p:txBody>
          <a:bodyPr spcFirstLastPara="1" wrap="square" lIns="380325" tIns="380325" rIns="380325" bIns="380325" anchor="t" anchorCtr="0">
            <a:noAutofit/>
          </a:bodyPr>
          <a:lstStyle>
            <a:lvl1pPr marL="457200" lvl="0" indent="-411480" algn="l">
              <a:spcBef>
                <a:spcPts val="576"/>
              </a:spcBef>
              <a:spcAft>
                <a:spcPts val="0"/>
              </a:spcAft>
              <a:buClr>
                <a:schemeClr val="dk1"/>
              </a:buClr>
              <a:buSzPts val="2880"/>
              <a:buFont typeface="Arial"/>
              <a:buChar char="•"/>
              <a:defRPr sz="2880"/>
            </a:lvl1pPr>
            <a:lvl2pPr marL="914400" lvl="1" indent="-384365" algn="l">
              <a:spcBef>
                <a:spcPts val="491"/>
              </a:spcBef>
              <a:spcAft>
                <a:spcPts val="0"/>
              </a:spcAft>
              <a:buClr>
                <a:schemeClr val="dk1"/>
              </a:buClr>
              <a:buSzPts val="2453"/>
              <a:buFont typeface="Arial"/>
              <a:buChar char="–"/>
              <a:defRPr sz="2453"/>
            </a:lvl2pPr>
            <a:lvl3pPr marL="1371600" lvl="2" indent="-364045" algn="l">
              <a:spcBef>
                <a:spcPts val="427"/>
              </a:spcBef>
              <a:spcAft>
                <a:spcPts val="0"/>
              </a:spcAft>
              <a:buClr>
                <a:schemeClr val="dk1"/>
              </a:buClr>
              <a:buSzPts val="2133"/>
              <a:buFont typeface="Arial"/>
              <a:buChar char="•"/>
              <a:defRPr sz="2133"/>
            </a:lvl3pPr>
            <a:lvl4pPr marL="1828800" lvl="3" indent="-343725" algn="l">
              <a:spcBef>
                <a:spcPts val="363"/>
              </a:spcBef>
              <a:spcAft>
                <a:spcPts val="0"/>
              </a:spcAft>
              <a:buClr>
                <a:schemeClr val="dk1"/>
              </a:buClr>
              <a:buSzPts val="1813"/>
              <a:buFont typeface="Arial"/>
              <a:buChar char="–"/>
              <a:defRPr sz="1812"/>
            </a:lvl4pPr>
            <a:lvl5pPr marL="2286000" lvl="4" indent="-343725" algn="l">
              <a:spcBef>
                <a:spcPts val="363"/>
              </a:spcBef>
              <a:spcAft>
                <a:spcPts val="0"/>
              </a:spcAft>
              <a:buClr>
                <a:schemeClr val="dk1"/>
              </a:buClr>
              <a:buSzPts val="1813"/>
              <a:buFont typeface="Arial"/>
              <a:buChar char="»"/>
              <a:defRPr sz="1812"/>
            </a:lvl5pPr>
            <a:lvl6pPr marL="2743200" lvl="5" indent="-343725" algn="l">
              <a:spcBef>
                <a:spcPts val="363"/>
              </a:spcBef>
              <a:spcAft>
                <a:spcPts val="0"/>
              </a:spcAft>
              <a:buClr>
                <a:schemeClr val="dk1"/>
              </a:buClr>
              <a:buSzPts val="1813"/>
              <a:buFont typeface="Arial"/>
              <a:buChar char="»"/>
              <a:defRPr sz="1812"/>
            </a:lvl6pPr>
            <a:lvl7pPr marL="3200400" lvl="6" indent="-343725" algn="l">
              <a:spcBef>
                <a:spcPts val="363"/>
              </a:spcBef>
              <a:spcAft>
                <a:spcPts val="0"/>
              </a:spcAft>
              <a:buClr>
                <a:schemeClr val="dk1"/>
              </a:buClr>
              <a:buSzPts val="1813"/>
              <a:buFont typeface="Arial"/>
              <a:buChar char="»"/>
              <a:defRPr sz="1812"/>
            </a:lvl7pPr>
            <a:lvl8pPr marL="3657600" lvl="7" indent="-343725" algn="l">
              <a:spcBef>
                <a:spcPts val="363"/>
              </a:spcBef>
              <a:spcAft>
                <a:spcPts val="0"/>
              </a:spcAft>
              <a:buClr>
                <a:schemeClr val="dk1"/>
              </a:buClr>
              <a:buSzPts val="1813"/>
              <a:buFont typeface="Arial"/>
              <a:buChar char="»"/>
              <a:defRPr sz="1812"/>
            </a:lvl8pPr>
            <a:lvl9pPr marL="4114800" lvl="8" indent="-343725" algn="l">
              <a:spcBef>
                <a:spcPts val="363"/>
              </a:spcBef>
              <a:spcAft>
                <a:spcPts val="0"/>
              </a:spcAft>
              <a:buClr>
                <a:schemeClr val="dk1"/>
              </a:buClr>
              <a:buSzPts val="1813"/>
              <a:buFont typeface="Arial"/>
              <a:buChar char="»"/>
              <a:defRPr sz="1812"/>
            </a:lvl9pPr>
          </a:lstStyle>
          <a:p>
            <a:endParaRPr/>
          </a:p>
        </p:txBody>
      </p:sp>
      <p:sp>
        <p:nvSpPr>
          <p:cNvPr id="91" name="Google Shape;91;p22"/>
          <p:cNvSpPr txBox="1">
            <a:spLocks noGrp="1"/>
          </p:cNvSpPr>
          <p:nvPr>
            <p:ph type="body" idx="2"/>
          </p:nvPr>
        </p:nvSpPr>
        <p:spPr>
          <a:xfrm>
            <a:off x="2193926" y="6888164"/>
            <a:ext cx="14439900" cy="22517100"/>
          </a:xfrm>
          <a:prstGeom prst="rect">
            <a:avLst/>
          </a:prstGeom>
          <a:noFill/>
          <a:ln>
            <a:noFill/>
          </a:ln>
        </p:spPr>
        <p:txBody>
          <a:bodyPr spcFirstLastPara="1" wrap="square" lIns="380325" tIns="380325" rIns="380325" bIns="380325" anchor="t" anchorCtr="0">
            <a:noAutofit/>
          </a:bodyPr>
          <a:lstStyle>
            <a:lvl1pPr marL="457200" lvl="0" indent="-228600" algn="l">
              <a:spcBef>
                <a:spcPts val="256"/>
              </a:spcBef>
              <a:spcAft>
                <a:spcPts val="0"/>
              </a:spcAft>
              <a:buClr>
                <a:schemeClr val="dk1"/>
              </a:buClr>
              <a:buSzPts val="1280"/>
              <a:buFont typeface="Arial"/>
              <a:buNone/>
              <a:defRPr sz="1280"/>
            </a:lvl1pPr>
            <a:lvl2pPr marL="914400" lvl="1" indent="-228600" algn="l">
              <a:spcBef>
                <a:spcPts val="213"/>
              </a:spcBef>
              <a:spcAft>
                <a:spcPts val="0"/>
              </a:spcAft>
              <a:buClr>
                <a:schemeClr val="dk1"/>
              </a:buClr>
              <a:buSzPts val="1067"/>
              <a:buFont typeface="Arial"/>
              <a:buNone/>
              <a:defRPr sz="1067"/>
            </a:lvl2pPr>
            <a:lvl3pPr marL="1371600" lvl="2" indent="-228600" algn="l">
              <a:spcBef>
                <a:spcPts val="171"/>
              </a:spcBef>
              <a:spcAft>
                <a:spcPts val="0"/>
              </a:spcAft>
              <a:buClr>
                <a:schemeClr val="dk1"/>
              </a:buClr>
              <a:buSzPts val="853"/>
              <a:buFont typeface="Arial"/>
              <a:buNone/>
              <a:defRPr sz="853"/>
            </a:lvl3pPr>
            <a:lvl4pPr marL="1828800" lvl="3" indent="-228600" algn="l">
              <a:spcBef>
                <a:spcPts val="149"/>
              </a:spcBef>
              <a:spcAft>
                <a:spcPts val="0"/>
              </a:spcAft>
              <a:buClr>
                <a:schemeClr val="dk1"/>
              </a:buClr>
              <a:buSzPts val="747"/>
              <a:buFont typeface="Arial"/>
              <a:buNone/>
              <a:defRPr sz="747"/>
            </a:lvl4pPr>
            <a:lvl5pPr marL="2286000" lvl="4" indent="-228600" algn="l">
              <a:spcBef>
                <a:spcPts val="149"/>
              </a:spcBef>
              <a:spcAft>
                <a:spcPts val="0"/>
              </a:spcAft>
              <a:buClr>
                <a:schemeClr val="dk1"/>
              </a:buClr>
              <a:buSzPts val="747"/>
              <a:buFont typeface="Arial"/>
              <a:buNone/>
              <a:defRPr sz="747"/>
            </a:lvl5pPr>
            <a:lvl6pPr marL="2743200" lvl="5" indent="-228600" algn="l">
              <a:spcBef>
                <a:spcPts val="149"/>
              </a:spcBef>
              <a:spcAft>
                <a:spcPts val="0"/>
              </a:spcAft>
              <a:buClr>
                <a:schemeClr val="dk1"/>
              </a:buClr>
              <a:buSzPts val="747"/>
              <a:buFont typeface="Arial"/>
              <a:buNone/>
              <a:defRPr sz="747"/>
            </a:lvl6pPr>
            <a:lvl7pPr marL="3200400" lvl="6" indent="-228600" algn="l">
              <a:spcBef>
                <a:spcPts val="149"/>
              </a:spcBef>
              <a:spcAft>
                <a:spcPts val="0"/>
              </a:spcAft>
              <a:buClr>
                <a:schemeClr val="dk1"/>
              </a:buClr>
              <a:buSzPts val="747"/>
              <a:buFont typeface="Arial"/>
              <a:buNone/>
              <a:defRPr sz="747"/>
            </a:lvl7pPr>
            <a:lvl8pPr marL="3657600" lvl="7" indent="-228600" algn="l">
              <a:spcBef>
                <a:spcPts val="149"/>
              </a:spcBef>
              <a:spcAft>
                <a:spcPts val="0"/>
              </a:spcAft>
              <a:buClr>
                <a:schemeClr val="dk1"/>
              </a:buClr>
              <a:buSzPts val="747"/>
              <a:buFont typeface="Arial"/>
              <a:buNone/>
              <a:defRPr sz="747"/>
            </a:lvl8pPr>
            <a:lvl9pPr marL="4114800" lvl="8" indent="-228600" algn="l">
              <a:spcBef>
                <a:spcPts val="149"/>
              </a:spcBef>
              <a:spcAft>
                <a:spcPts val="0"/>
              </a:spcAft>
              <a:buClr>
                <a:schemeClr val="dk1"/>
              </a:buClr>
              <a:buSzPts val="747"/>
              <a:buFont typeface="Arial"/>
              <a:buNone/>
              <a:defRPr sz="747"/>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92"/>
        <p:cNvGrpSpPr/>
        <p:nvPr/>
      </p:nvGrpSpPr>
      <p:grpSpPr>
        <a:xfrm>
          <a:off x="0" y="0"/>
          <a:ext cx="0" cy="0"/>
          <a:chOff x="0" y="0"/>
          <a:chExt cx="0" cy="0"/>
        </a:xfrm>
      </p:grpSpPr>
      <p:sp>
        <p:nvSpPr>
          <p:cNvPr id="93" name="Google Shape;93;p23"/>
          <p:cNvSpPr txBox="1">
            <a:spLocks noGrp="1"/>
          </p:cNvSpPr>
          <p:nvPr>
            <p:ph type="title"/>
          </p:nvPr>
        </p:nvSpPr>
        <p:spPr>
          <a:xfrm>
            <a:off x="8602664" y="23042566"/>
            <a:ext cx="26335038" cy="2720975"/>
          </a:xfrm>
          <a:prstGeom prst="rect">
            <a:avLst/>
          </a:prstGeom>
          <a:noFill/>
          <a:ln>
            <a:noFill/>
          </a:ln>
        </p:spPr>
        <p:txBody>
          <a:bodyPr spcFirstLastPara="1" wrap="square" lIns="76050" tIns="38000" rIns="76050" bIns="38000" anchor="b" anchorCtr="0">
            <a:noAutofit/>
          </a:bodyPr>
          <a:lstStyle>
            <a:lvl1pPr lvl="0" algn="l">
              <a:spcBef>
                <a:spcPts val="0"/>
              </a:spcBef>
              <a:spcAft>
                <a:spcPts val="0"/>
              </a:spcAft>
              <a:buSzPts val="1400"/>
              <a:buNone/>
              <a:defRPr sz="1812"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4" name="Google Shape;94;p23"/>
          <p:cNvSpPr>
            <a:spLocks noGrp="1"/>
          </p:cNvSpPr>
          <p:nvPr>
            <p:ph type="pic" idx="2"/>
          </p:nvPr>
        </p:nvSpPr>
        <p:spPr>
          <a:xfrm>
            <a:off x="8602664" y="2941640"/>
            <a:ext cx="26335038" cy="19750088"/>
          </a:xfrm>
          <a:prstGeom prst="rect">
            <a:avLst/>
          </a:prstGeom>
          <a:noFill/>
          <a:ln>
            <a:noFill/>
          </a:ln>
        </p:spPr>
        <p:txBody>
          <a:bodyPr spcFirstLastPara="1" wrap="square" lIns="380325" tIns="380325" rIns="380325" bIns="380325" anchor="t" anchorCtr="0">
            <a:noAutofit/>
          </a:bodyPr>
          <a:lstStyle>
            <a:lvl1pPr marR="0" lvl="0" algn="l" rtl="0">
              <a:spcBef>
                <a:spcPts val="576"/>
              </a:spcBef>
              <a:spcAft>
                <a:spcPts val="0"/>
              </a:spcAft>
              <a:buClr>
                <a:schemeClr val="dk1"/>
              </a:buClr>
              <a:buSzPts val="2880"/>
              <a:buFont typeface="Arial"/>
              <a:buNone/>
              <a:defRPr sz="2880" b="0" i="0" u="none" strike="noStrike" cap="none">
                <a:solidFill>
                  <a:schemeClr val="dk1"/>
                </a:solidFill>
                <a:latin typeface="Arial"/>
                <a:ea typeface="Arial"/>
                <a:cs typeface="Arial"/>
                <a:sym typeface="Arial"/>
              </a:defRPr>
            </a:lvl1pPr>
            <a:lvl2pPr marR="0" lvl="1" algn="l" rtl="0">
              <a:spcBef>
                <a:spcPts val="491"/>
              </a:spcBef>
              <a:spcAft>
                <a:spcPts val="0"/>
              </a:spcAft>
              <a:buClr>
                <a:schemeClr val="dk1"/>
              </a:buClr>
              <a:buSzPts val="2453"/>
              <a:buFont typeface="Arial"/>
              <a:buNone/>
              <a:defRPr sz="2453" b="0" i="0" u="none" strike="noStrike" cap="none">
                <a:solidFill>
                  <a:schemeClr val="dk1"/>
                </a:solidFill>
                <a:latin typeface="Arial"/>
                <a:ea typeface="Arial"/>
                <a:cs typeface="Arial"/>
                <a:sym typeface="Arial"/>
              </a:defRPr>
            </a:lvl2pPr>
            <a:lvl3pPr marR="0" lvl="2" algn="l" rtl="0">
              <a:spcBef>
                <a:spcPts val="427"/>
              </a:spcBef>
              <a:spcAft>
                <a:spcPts val="0"/>
              </a:spcAft>
              <a:buClr>
                <a:schemeClr val="dk1"/>
              </a:buClr>
              <a:buSzPts val="2133"/>
              <a:buFont typeface="Arial"/>
              <a:buNone/>
              <a:defRPr sz="2133" b="0" i="0" u="none" strike="noStrike" cap="none">
                <a:solidFill>
                  <a:schemeClr val="dk1"/>
                </a:solidFill>
                <a:latin typeface="Arial"/>
                <a:ea typeface="Arial"/>
                <a:cs typeface="Arial"/>
                <a:sym typeface="Arial"/>
              </a:defRPr>
            </a:lvl3pPr>
            <a:lvl4pPr marR="0" lvl="3" algn="l" rtl="0">
              <a:spcBef>
                <a:spcPts val="363"/>
              </a:spcBef>
              <a:spcAft>
                <a:spcPts val="0"/>
              </a:spcAft>
              <a:buClr>
                <a:schemeClr val="dk1"/>
              </a:buClr>
              <a:buSzPts val="1813"/>
              <a:buFont typeface="Arial"/>
              <a:buNone/>
              <a:defRPr sz="1812" b="0" i="0" u="none" strike="noStrike" cap="none">
                <a:solidFill>
                  <a:schemeClr val="dk1"/>
                </a:solidFill>
                <a:latin typeface="Arial"/>
                <a:ea typeface="Arial"/>
                <a:cs typeface="Arial"/>
                <a:sym typeface="Arial"/>
              </a:defRPr>
            </a:lvl4pPr>
            <a:lvl5pPr marR="0" lvl="4" algn="l" rtl="0">
              <a:spcBef>
                <a:spcPts val="363"/>
              </a:spcBef>
              <a:spcAft>
                <a:spcPts val="0"/>
              </a:spcAft>
              <a:buClr>
                <a:schemeClr val="dk1"/>
              </a:buClr>
              <a:buSzPts val="1813"/>
              <a:buFont typeface="Arial"/>
              <a:buNone/>
              <a:defRPr sz="1812" b="0" i="0" u="none" strike="noStrike" cap="none">
                <a:solidFill>
                  <a:schemeClr val="dk1"/>
                </a:solidFill>
                <a:latin typeface="Arial"/>
                <a:ea typeface="Arial"/>
                <a:cs typeface="Arial"/>
                <a:sym typeface="Arial"/>
              </a:defRPr>
            </a:lvl5pPr>
            <a:lvl6pPr marR="0" lvl="5" algn="l" rtl="0">
              <a:spcBef>
                <a:spcPts val="363"/>
              </a:spcBef>
              <a:spcAft>
                <a:spcPts val="0"/>
              </a:spcAft>
              <a:buClr>
                <a:schemeClr val="dk1"/>
              </a:buClr>
              <a:buSzPts val="1813"/>
              <a:buFont typeface="Arial"/>
              <a:buNone/>
              <a:defRPr sz="1812" b="0" i="0" u="none" strike="noStrike" cap="none">
                <a:solidFill>
                  <a:schemeClr val="dk1"/>
                </a:solidFill>
                <a:latin typeface="Arial"/>
                <a:ea typeface="Arial"/>
                <a:cs typeface="Arial"/>
                <a:sym typeface="Arial"/>
              </a:defRPr>
            </a:lvl6pPr>
            <a:lvl7pPr marR="0" lvl="6" algn="l" rtl="0">
              <a:spcBef>
                <a:spcPts val="363"/>
              </a:spcBef>
              <a:spcAft>
                <a:spcPts val="0"/>
              </a:spcAft>
              <a:buClr>
                <a:schemeClr val="dk1"/>
              </a:buClr>
              <a:buSzPts val="1813"/>
              <a:buFont typeface="Arial"/>
              <a:buNone/>
              <a:defRPr sz="1812" b="0" i="0" u="none" strike="noStrike" cap="none">
                <a:solidFill>
                  <a:schemeClr val="dk1"/>
                </a:solidFill>
                <a:latin typeface="Arial"/>
                <a:ea typeface="Arial"/>
                <a:cs typeface="Arial"/>
                <a:sym typeface="Arial"/>
              </a:defRPr>
            </a:lvl7pPr>
            <a:lvl8pPr marR="0" lvl="7" algn="l" rtl="0">
              <a:spcBef>
                <a:spcPts val="363"/>
              </a:spcBef>
              <a:spcAft>
                <a:spcPts val="0"/>
              </a:spcAft>
              <a:buClr>
                <a:schemeClr val="dk1"/>
              </a:buClr>
              <a:buSzPts val="1813"/>
              <a:buFont typeface="Arial"/>
              <a:buNone/>
              <a:defRPr sz="1812" b="0" i="0" u="none" strike="noStrike" cap="none">
                <a:solidFill>
                  <a:schemeClr val="dk1"/>
                </a:solidFill>
                <a:latin typeface="Arial"/>
                <a:ea typeface="Arial"/>
                <a:cs typeface="Arial"/>
                <a:sym typeface="Arial"/>
              </a:defRPr>
            </a:lvl8pPr>
            <a:lvl9pPr marR="0" lvl="8" algn="l" rtl="0">
              <a:spcBef>
                <a:spcPts val="363"/>
              </a:spcBef>
              <a:spcAft>
                <a:spcPts val="0"/>
              </a:spcAft>
              <a:buClr>
                <a:schemeClr val="dk1"/>
              </a:buClr>
              <a:buSzPts val="1813"/>
              <a:buFont typeface="Arial"/>
              <a:buNone/>
              <a:defRPr sz="1812" b="0" i="0" u="none" strike="noStrike" cap="none">
                <a:solidFill>
                  <a:schemeClr val="dk1"/>
                </a:solidFill>
                <a:latin typeface="Arial"/>
                <a:ea typeface="Arial"/>
                <a:cs typeface="Arial"/>
                <a:sym typeface="Arial"/>
              </a:defRPr>
            </a:lvl9pPr>
          </a:lstStyle>
          <a:p>
            <a:endParaRPr/>
          </a:p>
        </p:txBody>
      </p:sp>
      <p:sp>
        <p:nvSpPr>
          <p:cNvPr id="95" name="Google Shape;95;p23"/>
          <p:cNvSpPr txBox="1">
            <a:spLocks noGrp="1"/>
          </p:cNvSpPr>
          <p:nvPr>
            <p:ph type="body" idx="1"/>
          </p:nvPr>
        </p:nvSpPr>
        <p:spPr>
          <a:xfrm>
            <a:off x="8602664" y="25763541"/>
            <a:ext cx="26335038" cy="3862388"/>
          </a:xfrm>
          <a:prstGeom prst="rect">
            <a:avLst/>
          </a:prstGeom>
          <a:noFill/>
          <a:ln>
            <a:noFill/>
          </a:ln>
        </p:spPr>
        <p:txBody>
          <a:bodyPr spcFirstLastPara="1" wrap="square" lIns="380325" tIns="380325" rIns="380325" bIns="380325" anchor="t" anchorCtr="0">
            <a:noAutofit/>
          </a:bodyPr>
          <a:lstStyle>
            <a:lvl1pPr marL="457200" lvl="0" indent="-228600" algn="l">
              <a:spcBef>
                <a:spcPts val="256"/>
              </a:spcBef>
              <a:spcAft>
                <a:spcPts val="0"/>
              </a:spcAft>
              <a:buClr>
                <a:schemeClr val="dk1"/>
              </a:buClr>
              <a:buSzPts val="1280"/>
              <a:buFont typeface="Arial"/>
              <a:buNone/>
              <a:defRPr sz="1280"/>
            </a:lvl1pPr>
            <a:lvl2pPr marL="914400" lvl="1" indent="-228600" algn="l">
              <a:spcBef>
                <a:spcPts val="213"/>
              </a:spcBef>
              <a:spcAft>
                <a:spcPts val="0"/>
              </a:spcAft>
              <a:buClr>
                <a:schemeClr val="dk1"/>
              </a:buClr>
              <a:buSzPts val="1067"/>
              <a:buFont typeface="Arial"/>
              <a:buNone/>
              <a:defRPr sz="1067"/>
            </a:lvl2pPr>
            <a:lvl3pPr marL="1371600" lvl="2" indent="-228600" algn="l">
              <a:spcBef>
                <a:spcPts val="171"/>
              </a:spcBef>
              <a:spcAft>
                <a:spcPts val="0"/>
              </a:spcAft>
              <a:buClr>
                <a:schemeClr val="dk1"/>
              </a:buClr>
              <a:buSzPts val="853"/>
              <a:buFont typeface="Arial"/>
              <a:buNone/>
              <a:defRPr sz="853"/>
            </a:lvl3pPr>
            <a:lvl4pPr marL="1828800" lvl="3" indent="-228600" algn="l">
              <a:spcBef>
                <a:spcPts val="149"/>
              </a:spcBef>
              <a:spcAft>
                <a:spcPts val="0"/>
              </a:spcAft>
              <a:buClr>
                <a:schemeClr val="dk1"/>
              </a:buClr>
              <a:buSzPts val="747"/>
              <a:buFont typeface="Arial"/>
              <a:buNone/>
              <a:defRPr sz="747"/>
            </a:lvl4pPr>
            <a:lvl5pPr marL="2286000" lvl="4" indent="-228600" algn="l">
              <a:spcBef>
                <a:spcPts val="149"/>
              </a:spcBef>
              <a:spcAft>
                <a:spcPts val="0"/>
              </a:spcAft>
              <a:buClr>
                <a:schemeClr val="dk1"/>
              </a:buClr>
              <a:buSzPts val="747"/>
              <a:buFont typeface="Arial"/>
              <a:buNone/>
              <a:defRPr sz="747"/>
            </a:lvl5pPr>
            <a:lvl6pPr marL="2743200" lvl="5" indent="-228600" algn="l">
              <a:spcBef>
                <a:spcPts val="149"/>
              </a:spcBef>
              <a:spcAft>
                <a:spcPts val="0"/>
              </a:spcAft>
              <a:buClr>
                <a:schemeClr val="dk1"/>
              </a:buClr>
              <a:buSzPts val="747"/>
              <a:buFont typeface="Arial"/>
              <a:buNone/>
              <a:defRPr sz="747"/>
            </a:lvl6pPr>
            <a:lvl7pPr marL="3200400" lvl="6" indent="-228600" algn="l">
              <a:spcBef>
                <a:spcPts val="149"/>
              </a:spcBef>
              <a:spcAft>
                <a:spcPts val="0"/>
              </a:spcAft>
              <a:buClr>
                <a:schemeClr val="dk1"/>
              </a:buClr>
              <a:buSzPts val="747"/>
              <a:buFont typeface="Arial"/>
              <a:buNone/>
              <a:defRPr sz="747"/>
            </a:lvl7pPr>
            <a:lvl8pPr marL="3657600" lvl="7" indent="-228600" algn="l">
              <a:spcBef>
                <a:spcPts val="149"/>
              </a:spcBef>
              <a:spcAft>
                <a:spcPts val="0"/>
              </a:spcAft>
              <a:buClr>
                <a:schemeClr val="dk1"/>
              </a:buClr>
              <a:buSzPts val="747"/>
              <a:buFont typeface="Arial"/>
              <a:buNone/>
              <a:defRPr sz="747"/>
            </a:lvl8pPr>
            <a:lvl9pPr marL="4114800" lvl="8" indent="-228600" algn="l">
              <a:spcBef>
                <a:spcPts val="149"/>
              </a:spcBef>
              <a:spcAft>
                <a:spcPts val="0"/>
              </a:spcAft>
              <a:buClr>
                <a:schemeClr val="dk1"/>
              </a:buClr>
              <a:buSzPts val="747"/>
              <a:buFont typeface="Arial"/>
              <a:buNone/>
              <a:defRPr sz="747"/>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6"/>
        <p:cNvGrpSpPr/>
        <p:nvPr/>
      </p:nvGrpSpPr>
      <p:grpSpPr>
        <a:xfrm>
          <a:off x="0" y="0"/>
          <a:ext cx="0" cy="0"/>
          <a:chOff x="0" y="0"/>
          <a:chExt cx="0" cy="0"/>
        </a:xfrm>
      </p:grpSpPr>
      <p:sp>
        <p:nvSpPr>
          <p:cNvPr id="97" name="Google Shape;97;p24"/>
          <p:cNvSpPr txBox="1">
            <a:spLocks noGrp="1"/>
          </p:cNvSpPr>
          <p:nvPr>
            <p:ph type="title"/>
          </p:nvPr>
        </p:nvSpPr>
        <p:spPr>
          <a:xfrm>
            <a:off x="960120" y="1272540"/>
            <a:ext cx="41925239" cy="2202180"/>
          </a:xfrm>
          <a:prstGeom prst="rect">
            <a:avLst/>
          </a:prstGeom>
          <a:noFill/>
          <a:ln>
            <a:noFill/>
          </a:ln>
        </p:spPr>
        <p:txBody>
          <a:bodyPr spcFirstLastPara="1" wrap="square" lIns="76050" tIns="38000" rIns="76050" bIns="380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8" name="Google Shape;98;p24"/>
          <p:cNvSpPr txBox="1">
            <a:spLocks noGrp="1"/>
          </p:cNvSpPr>
          <p:nvPr>
            <p:ph type="body" idx="1"/>
          </p:nvPr>
        </p:nvSpPr>
        <p:spPr>
          <a:xfrm rot="5400000">
            <a:off x="-7600949" y="13933169"/>
            <a:ext cx="26563319" cy="9974580"/>
          </a:xfrm>
          <a:prstGeom prst="rect">
            <a:avLst/>
          </a:prstGeom>
          <a:noFill/>
          <a:ln>
            <a:noFill/>
          </a:ln>
        </p:spPr>
        <p:txBody>
          <a:bodyPr spcFirstLastPara="1" wrap="square" lIns="380325" tIns="380325" rIns="380325" bIns="380325"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9"/>
        <p:cNvGrpSpPr/>
        <p:nvPr/>
      </p:nvGrpSpPr>
      <p:grpSpPr>
        <a:xfrm>
          <a:off x="0" y="0"/>
          <a:ext cx="0" cy="0"/>
          <a:chOff x="0" y="0"/>
          <a:chExt cx="0" cy="0"/>
        </a:xfrm>
      </p:grpSpPr>
      <p:sp>
        <p:nvSpPr>
          <p:cNvPr id="100" name="Google Shape;100;p25"/>
          <p:cNvSpPr txBox="1">
            <a:spLocks noGrp="1"/>
          </p:cNvSpPr>
          <p:nvPr>
            <p:ph type="title"/>
          </p:nvPr>
        </p:nvSpPr>
        <p:spPr>
          <a:xfrm rot="5400000">
            <a:off x="22146421" y="11464133"/>
            <a:ext cx="30929263" cy="10547351"/>
          </a:xfrm>
          <a:prstGeom prst="rect">
            <a:avLst/>
          </a:prstGeom>
          <a:noFill/>
          <a:ln>
            <a:noFill/>
          </a:ln>
        </p:spPr>
        <p:txBody>
          <a:bodyPr spcFirstLastPara="1" wrap="square" lIns="76050" tIns="38000" rIns="76050" bIns="380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01" name="Google Shape;101;p25"/>
          <p:cNvSpPr txBox="1">
            <a:spLocks noGrp="1"/>
          </p:cNvSpPr>
          <p:nvPr>
            <p:ph type="body" idx="1"/>
          </p:nvPr>
        </p:nvSpPr>
        <p:spPr>
          <a:xfrm rot="5400000">
            <a:off x="974727" y="992189"/>
            <a:ext cx="30929263" cy="31491240"/>
          </a:xfrm>
          <a:prstGeom prst="rect">
            <a:avLst/>
          </a:prstGeom>
          <a:noFill/>
          <a:ln>
            <a:noFill/>
          </a:ln>
        </p:spPr>
        <p:txBody>
          <a:bodyPr spcFirstLastPara="1" wrap="square" lIns="380325" tIns="380325" rIns="380325" bIns="380325"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0"/>
        <p:cNvGrpSpPr/>
        <p:nvPr/>
      </p:nvGrpSpPr>
      <p:grpSpPr>
        <a:xfrm>
          <a:off x="0" y="0"/>
          <a:ext cx="0" cy="0"/>
          <a:chOff x="0" y="0"/>
          <a:chExt cx="0" cy="0"/>
        </a:xfrm>
      </p:grpSpPr>
      <p:sp>
        <p:nvSpPr>
          <p:cNvPr id="111" name="Google Shape;111;p27"/>
          <p:cNvSpPr txBox="1">
            <a:spLocks noGrp="1"/>
          </p:cNvSpPr>
          <p:nvPr>
            <p:ph type="ctrTitle"/>
          </p:nvPr>
        </p:nvSpPr>
        <p:spPr>
          <a:xfrm>
            <a:off x="3292477" y="10226676"/>
            <a:ext cx="37306252" cy="7054851"/>
          </a:xfrm>
          <a:prstGeom prst="rect">
            <a:avLst/>
          </a:prstGeom>
          <a:noFill/>
          <a:ln>
            <a:noFill/>
          </a:ln>
        </p:spPr>
        <p:txBody>
          <a:bodyPr spcFirstLastPara="1" wrap="square" lIns="76050" tIns="38000" rIns="76050" bIns="380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2" name="Google Shape;112;p27"/>
          <p:cNvSpPr txBox="1">
            <a:spLocks noGrp="1"/>
          </p:cNvSpPr>
          <p:nvPr>
            <p:ph type="subTitle" idx="1"/>
          </p:nvPr>
        </p:nvSpPr>
        <p:spPr>
          <a:xfrm>
            <a:off x="6583365" y="18653127"/>
            <a:ext cx="30724474" cy="8413749"/>
          </a:xfrm>
          <a:prstGeom prst="rect">
            <a:avLst/>
          </a:prstGeom>
          <a:noFill/>
          <a:ln>
            <a:noFill/>
          </a:ln>
        </p:spPr>
        <p:txBody>
          <a:bodyPr spcFirstLastPara="1" wrap="square" lIns="380325" tIns="380325" rIns="380325" bIns="380325" anchor="t" anchorCtr="0">
            <a:noAutofit/>
          </a:bodyPr>
          <a:lstStyle>
            <a:lvl1pPr lvl="0" algn="ctr">
              <a:spcBef>
                <a:spcPts val="512"/>
              </a:spcBef>
              <a:spcAft>
                <a:spcPts val="0"/>
              </a:spcAft>
              <a:buClr>
                <a:schemeClr val="dk1"/>
              </a:buClr>
              <a:buSzPts val="2560"/>
              <a:buFont typeface="Arial"/>
              <a:buNone/>
              <a:defRPr/>
            </a:lvl1pPr>
            <a:lvl2pPr lvl="1" algn="ctr">
              <a:spcBef>
                <a:spcPts val="512"/>
              </a:spcBef>
              <a:spcAft>
                <a:spcPts val="0"/>
              </a:spcAft>
              <a:buClr>
                <a:schemeClr val="dk1"/>
              </a:buClr>
              <a:buSzPts val="2560"/>
              <a:buFont typeface="Arial"/>
              <a:buNone/>
              <a:defRPr/>
            </a:lvl2pPr>
            <a:lvl3pPr lvl="2" algn="ctr">
              <a:spcBef>
                <a:spcPts val="427"/>
              </a:spcBef>
              <a:spcAft>
                <a:spcPts val="0"/>
              </a:spcAft>
              <a:buClr>
                <a:schemeClr val="dk1"/>
              </a:buClr>
              <a:buSzPts val="2133"/>
              <a:buFont typeface="Arial"/>
              <a:buNone/>
              <a:defRPr/>
            </a:lvl3pPr>
            <a:lvl4pPr lvl="3" algn="ctr">
              <a:spcBef>
                <a:spcPts val="341"/>
              </a:spcBef>
              <a:spcAft>
                <a:spcPts val="0"/>
              </a:spcAft>
              <a:buClr>
                <a:schemeClr val="dk1"/>
              </a:buClr>
              <a:buSzPts val="1707"/>
              <a:buFont typeface="Arial"/>
              <a:buNone/>
              <a:defRPr/>
            </a:lvl4pPr>
            <a:lvl5pPr lvl="4" algn="ctr">
              <a:spcBef>
                <a:spcPts val="341"/>
              </a:spcBef>
              <a:spcAft>
                <a:spcPts val="0"/>
              </a:spcAft>
              <a:buClr>
                <a:schemeClr val="dk1"/>
              </a:buClr>
              <a:buSzPts val="1707"/>
              <a:buFont typeface="Arial"/>
              <a:buNone/>
              <a:defRPr/>
            </a:lvl5pPr>
            <a:lvl6pPr lvl="5" algn="ctr">
              <a:spcBef>
                <a:spcPts val="341"/>
              </a:spcBef>
              <a:spcAft>
                <a:spcPts val="0"/>
              </a:spcAft>
              <a:buClr>
                <a:schemeClr val="dk1"/>
              </a:buClr>
              <a:buSzPts val="1707"/>
              <a:buFont typeface="Arial"/>
              <a:buNone/>
              <a:defRPr/>
            </a:lvl6pPr>
            <a:lvl7pPr lvl="6" algn="ctr">
              <a:spcBef>
                <a:spcPts val="341"/>
              </a:spcBef>
              <a:spcAft>
                <a:spcPts val="0"/>
              </a:spcAft>
              <a:buClr>
                <a:schemeClr val="dk1"/>
              </a:buClr>
              <a:buSzPts val="1707"/>
              <a:buFont typeface="Arial"/>
              <a:buNone/>
              <a:defRPr/>
            </a:lvl7pPr>
            <a:lvl8pPr lvl="7" algn="ctr">
              <a:spcBef>
                <a:spcPts val="341"/>
              </a:spcBef>
              <a:spcAft>
                <a:spcPts val="0"/>
              </a:spcAft>
              <a:buClr>
                <a:schemeClr val="dk1"/>
              </a:buClr>
              <a:buSzPts val="1707"/>
              <a:buFont typeface="Arial"/>
              <a:buNone/>
              <a:defRPr/>
            </a:lvl8pPr>
            <a:lvl9pPr lvl="8" algn="ctr">
              <a:spcBef>
                <a:spcPts val="341"/>
              </a:spcBef>
              <a:spcAft>
                <a:spcPts val="0"/>
              </a:spcAft>
              <a:buClr>
                <a:schemeClr val="dk1"/>
              </a:buClr>
              <a:buSzPts val="1707"/>
              <a:buFont typeface="Arial"/>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3"/>
        <p:cNvGrpSpPr/>
        <p:nvPr/>
      </p:nvGrpSpPr>
      <p:grpSpPr>
        <a:xfrm>
          <a:off x="0" y="0"/>
          <a:ext cx="0" cy="0"/>
          <a:chOff x="0" y="0"/>
          <a:chExt cx="0" cy="0"/>
        </a:xfrm>
      </p:grpSpPr>
      <p:sp>
        <p:nvSpPr>
          <p:cNvPr id="114" name="Google Shape;114;p28"/>
          <p:cNvSpPr txBox="1">
            <a:spLocks noGrp="1"/>
          </p:cNvSpPr>
          <p:nvPr>
            <p:ph type="title"/>
          </p:nvPr>
        </p:nvSpPr>
        <p:spPr>
          <a:xfrm>
            <a:off x="960120" y="1272540"/>
            <a:ext cx="41925239" cy="2202180"/>
          </a:xfrm>
          <a:prstGeom prst="rect">
            <a:avLst/>
          </a:prstGeom>
          <a:noFill/>
          <a:ln>
            <a:noFill/>
          </a:ln>
        </p:spPr>
        <p:txBody>
          <a:bodyPr spcFirstLastPara="1" wrap="square" lIns="76050" tIns="38000" rIns="76050" bIns="380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5" name="Google Shape;115;p28"/>
          <p:cNvSpPr txBox="1">
            <a:spLocks noGrp="1"/>
          </p:cNvSpPr>
          <p:nvPr>
            <p:ph type="body" idx="1"/>
          </p:nvPr>
        </p:nvSpPr>
        <p:spPr>
          <a:xfrm>
            <a:off x="693421" y="5638800"/>
            <a:ext cx="42191940" cy="26563319"/>
          </a:xfrm>
          <a:prstGeom prst="rect">
            <a:avLst/>
          </a:prstGeom>
          <a:noFill/>
          <a:ln>
            <a:noFill/>
          </a:ln>
        </p:spPr>
        <p:txBody>
          <a:bodyPr spcFirstLastPara="1" wrap="square" lIns="380325" tIns="380325" rIns="380325" bIns="380325"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6"/>
        <p:cNvGrpSpPr/>
        <p:nvPr/>
      </p:nvGrpSpPr>
      <p:grpSpPr>
        <a:xfrm>
          <a:off x="0" y="0"/>
          <a:ext cx="0" cy="0"/>
          <a:chOff x="0" y="0"/>
          <a:chExt cx="0" cy="0"/>
        </a:xfrm>
      </p:grpSpPr>
      <p:sp>
        <p:nvSpPr>
          <p:cNvPr id="117" name="Google Shape;117;p29"/>
          <p:cNvSpPr txBox="1">
            <a:spLocks noGrp="1"/>
          </p:cNvSpPr>
          <p:nvPr>
            <p:ph type="title"/>
          </p:nvPr>
        </p:nvSpPr>
        <p:spPr>
          <a:xfrm>
            <a:off x="3467103" y="21153441"/>
            <a:ext cx="37307839" cy="6537326"/>
          </a:xfrm>
          <a:prstGeom prst="rect">
            <a:avLst/>
          </a:prstGeom>
          <a:noFill/>
          <a:ln>
            <a:noFill/>
          </a:ln>
        </p:spPr>
        <p:txBody>
          <a:bodyPr spcFirstLastPara="1" wrap="square" lIns="76050" tIns="38000" rIns="76050" bIns="38000" anchor="t" anchorCtr="0">
            <a:noAutofit/>
          </a:bodyPr>
          <a:lstStyle>
            <a:lvl1pPr lvl="0" algn="l">
              <a:spcBef>
                <a:spcPts val="0"/>
              </a:spcBef>
              <a:spcAft>
                <a:spcPts val="0"/>
              </a:spcAft>
              <a:buSzPts val="1400"/>
              <a:buNone/>
              <a:defRPr sz="352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8" name="Google Shape;118;p29"/>
          <p:cNvSpPr txBox="1">
            <a:spLocks noGrp="1"/>
          </p:cNvSpPr>
          <p:nvPr>
            <p:ph type="body" idx="1"/>
          </p:nvPr>
        </p:nvSpPr>
        <p:spPr>
          <a:xfrm>
            <a:off x="3467103" y="13952538"/>
            <a:ext cx="37307839" cy="7200900"/>
          </a:xfrm>
          <a:prstGeom prst="rect">
            <a:avLst/>
          </a:prstGeom>
          <a:noFill/>
          <a:ln>
            <a:noFill/>
          </a:ln>
        </p:spPr>
        <p:txBody>
          <a:bodyPr spcFirstLastPara="1" wrap="square" lIns="380325" tIns="380325" rIns="380325" bIns="380325" anchor="b" anchorCtr="0">
            <a:noAutofit/>
          </a:bodyPr>
          <a:lstStyle>
            <a:lvl1pPr marL="457200" lvl="0" indent="-228600" algn="l">
              <a:spcBef>
                <a:spcPts val="363"/>
              </a:spcBef>
              <a:spcAft>
                <a:spcPts val="0"/>
              </a:spcAft>
              <a:buClr>
                <a:schemeClr val="dk1"/>
              </a:buClr>
              <a:buSzPts val="1813"/>
              <a:buFont typeface="Arial"/>
              <a:buNone/>
              <a:defRPr sz="1812"/>
            </a:lvl1pPr>
            <a:lvl2pPr marL="914400" lvl="1" indent="-228600" algn="l">
              <a:spcBef>
                <a:spcPts val="320"/>
              </a:spcBef>
              <a:spcAft>
                <a:spcPts val="0"/>
              </a:spcAft>
              <a:buClr>
                <a:schemeClr val="dk1"/>
              </a:buClr>
              <a:buSzPts val="1600"/>
              <a:buFont typeface="Arial"/>
              <a:buNone/>
              <a:defRPr sz="1600"/>
            </a:lvl2pPr>
            <a:lvl3pPr marL="1371600" lvl="2" indent="-228600" algn="l">
              <a:spcBef>
                <a:spcPts val="277"/>
              </a:spcBef>
              <a:spcAft>
                <a:spcPts val="0"/>
              </a:spcAft>
              <a:buClr>
                <a:schemeClr val="dk1"/>
              </a:buClr>
              <a:buSzPts val="1387"/>
              <a:buFont typeface="Arial"/>
              <a:buNone/>
              <a:defRPr sz="1387"/>
            </a:lvl3pPr>
            <a:lvl4pPr marL="1828800" lvl="3" indent="-228600" algn="l">
              <a:spcBef>
                <a:spcPts val="256"/>
              </a:spcBef>
              <a:spcAft>
                <a:spcPts val="0"/>
              </a:spcAft>
              <a:buClr>
                <a:schemeClr val="dk1"/>
              </a:buClr>
              <a:buSzPts val="1280"/>
              <a:buFont typeface="Arial"/>
              <a:buNone/>
              <a:defRPr sz="1280"/>
            </a:lvl4pPr>
            <a:lvl5pPr marL="2286000" lvl="4" indent="-228600" algn="l">
              <a:spcBef>
                <a:spcPts val="256"/>
              </a:spcBef>
              <a:spcAft>
                <a:spcPts val="0"/>
              </a:spcAft>
              <a:buClr>
                <a:schemeClr val="dk1"/>
              </a:buClr>
              <a:buSzPts val="1280"/>
              <a:buFont typeface="Arial"/>
              <a:buNone/>
              <a:defRPr sz="1280"/>
            </a:lvl5pPr>
            <a:lvl6pPr marL="2743200" lvl="5" indent="-228600" algn="l">
              <a:spcBef>
                <a:spcPts val="256"/>
              </a:spcBef>
              <a:spcAft>
                <a:spcPts val="0"/>
              </a:spcAft>
              <a:buClr>
                <a:schemeClr val="dk1"/>
              </a:buClr>
              <a:buSzPts val="1280"/>
              <a:buFont typeface="Arial"/>
              <a:buNone/>
              <a:defRPr sz="1280"/>
            </a:lvl6pPr>
            <a:lvl7pPr marL="3200400" lvl="6" indent="-228600" algn="l">
              <a:spcBef>
                <a:spcPts val="256"/>
              </a:spcBef>
              <a:spcAft>
                <a:spcPts val="0"/>
              </a:spcAft>
              <a:buClr>
                <a:schemeClr val="dk1"/>
              </a:buClr>
              <a:buSzPts val="1280"/>
              <a:buFont typeface="Arial"/>
              <a:buNone/>
              <a:defRPr sz="1280"/>
            </a:lvl7pPr>
            <a:lvl8pPr marL="3657600" lvl="7" indent="-228600" algn="l">
              <a:spcBef>
                <a:spcPts val="256"/>
              </a:spcBef>
              <a:spcAft>
                <a:spcPts val="0"/>
              </a:spcAft>
              <a:buClr>
                <a:schemeClr val="dk1"/>
              </a:buClr>
              <a:buSzPts val="1280"/>
              <a:buFont typeface="Arial"/>
              <a:buNone/>
              <a:defRPr sz="1280"/>
            </a:lvl8pPr>
            <a:lvl9pPr marL="4114800" lvl="8" indent="-228600" algn="l">
              <a:spcBef>
                <a:spcPts val="256"/>
              </a:spcBef>
              <a:spcAft>
                <a:spcPts val="0"/>
              </a:spcAft>
              <a:buClr>
                <a:schemeClr val="dk1"/>
              </a:buClr>
              <a:buSzPts val="1280"/>
              <a:buFont typeface="Arial"/>
              <a:buNone/>
              <a:defRPr sz="1280"/>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19"/>
        <p:cNvGrpSpPr/>
        <p:nvPr/>
      </p:nvGrpSpPr>
      <p:grpSpPr>
        <a:xfrm>
          <a:off x="0" y="0"/>
          <a:ext cx="0" cy="0"/>
          <a:chOff x="0" y="0"/>
          <a:chExt cx="0" cy="0"/>
        </a:xfrm>
      </p:grpSpPr>
      <p:sp>
        <p:nvSpPr>
          <p:cNvPr id="120" name="Google Shape;120;p30"/>
          <p:cNvSpPr txBox="1">
            <a:spLocks noGrp="1"/>
          </p:cNvSpPr>
          <p:nvPr>
            <p:ph type="title"/>
          </p:nvPr>
        </p:nvSpPr>
        <p:spPr>
          <a:xfrm>
            <a:off x="960120" y="1272540"/>
            <a:ext cx="41925239" cy="2202180"/>
          </a:xfrm>
          <a:prstGeom prst="rect">
            <a:avLst/>
          </a:prstGeom>
          <a:noFill/>
          <a:ln>
            <a:noFill/>
          </a:ln>
        </p:spPr>
        <p:txBody>
          <a:bodyPr spcFirstLastPara="1" wrap="square" lIns="76050" tIns="38000" rIns="76050" bIns="380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21" name="Google Shape;121;p30"/>
          <p:cNvSpPr txBox="1">
            <a:spLocks noGrp="1"/>
          </p:cNvSpPr>
          <p:nvPr>
            <p:ph type="body" idx="1"/>
          </p:nvPr>
        </p:nvSpPr>
        <p:spPr>
          <a:xfrm>
            <a:off x="693742" y="5638802"/>
            <a:ext cx="21018499" cy="26563637"/>
          </a:xfrm>
          <a:prstGeom prst="rect">
            <a:avLst/>
          </a:prstGeom>
          <a:noFill/>
          <a:ln>
            <a:noFill/>
          </a:ln>
        </p:spPr>
        <p:txBody>
          <a:bodyPr spcFirstLastPara="1" wrap="square" lIns="380325" tIns="380325" rIns="380325" bIns="380325" anchor="t" anchorCtr="0">
            <a:noAutofit/>
          </a:bodyPr>
          <a:lstStyle>
            <a:lvl1pPr marL="457200" lvl="0" indent="-384365" algn="l">
              <a:spcBef>
                <a:spcPts val="491"/>
              </a:spcBef>
              <a:spcAft>
                <a:spcPts val="0"/>
              </a:spcAft>
              <a:buClr>
                <a:schemeClr val="dk1"/>
              </a:buClr>
              <a:buSzPts val="2453"/>
              <a:buFont typeface="Arial"/>
              <a:buChar char="•"/>
              <a:defRPr sz="2453"/>
            </a:lvl1pPr>
            <a:lvl2pPr marL="914400" lvl="1" indent="-364045" algn="l">
              <a:spcBef>
                <a:spcPts val="427"/>
              </a:spcBef>
              <a:spcAft>
                <a:spcPts val="0"/>
              </a:spcAft>
              <a:buClr>
                <a:schemeClr val="dk1"/>
              </a:buClr>
              <a:buSzPts val="2133"/>
              <a:buFont typeface="Arial"/>
              <a:buChar char="–"/>
              <a:defRPr sz="2133"/>
            </a:lvl2pPr>
            <a:lvl3pPr marL="1371600" lvl="2" indent="-343725" algn="l">
              <a:spcBef>
                <a:spcPts val="363"/>
              </a:spcBef>
              <a:spcAft>
                <a:spcPts val="0"/>
              </a:spcAft>
              <a:buClr>
                <a:schemeClr val="dk1"/>
              </a:buClr>
              <a:buSzPts val="1813"/>
              <a:buFont typeface="Arial"/>
              <a:buChar char="•"/>
              <a:defRPr sz="1812"/>
            </a:lvl3pPr>
            <a:lvl4pPr marL="1828800" lvl="3" indent="-330200" algn="l">
              <a:spcBef>
                <a:spcPts val="320"/>
              </a:spcBef>
              <a:spcAft>
                <a:spcPts val="0"/>
              </a:spcAft>
              <a:buClr>
                <a:schemeClr val="dk1"/>
              </a:buClr>
              <a:buSzPts val="1600"/>
              <a:buFont typeface="Arial"/>
              <a:buChar char="–"/>
              <a:defRPr sz="1600"/>
            </a:lvl4pPr>
            <a:lvl5pPr marL="2286000" lvl="4" indent="-330200" algn="l">
              <a:spcBef>
                <a:spcPts val="320"/>
              </a:spcBef>
              <a:spcAft>
                <a:spcPts val="0"/>
              </a:spcAft>
              <a:buClr>
                <a:schemeClr val="dk1"/>
              </a:buClr>
              <a:buSzPts val="1600"/>
              <a:buFont typeface="Arial"/>
              <a:buChar char="»"/>
              <a:defRPr sz="1600"/>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
        <p:nvSpPr>
          <p:cNvPr id="122" name="Google Shape;122;p30"/>
          <p:cNvSpPr txBox="1">
            <a:spLocks noGrp="1"/>
          </p:cNvSpPr>
          <p:nvPr>
            <p:ph type="body" idx="2"/>
          </p:nvPr>
        </p:nvSpPr>
        <p:spPr>
          <a:xfrm>
            <a:off x="21864641" y="5638802"/>
            <a:ext cx="21020087" cy="26563637"/>
          </a:xfrm>
          <a:prstGeom prst="rect">
            <a:avLst/>
          </a:prstGeom>
          <a:noFill/>
          <a:ln>
            <a:noFill/>
          </a:ln>
        </p:spPr>
        <p:txBody>
          <a:bodyPr spcFirstLastPara="1" wrap="square" lIns="380325" tIns="380325" rIns="380325" bIns="380325" anchor="t" anchorCtr="0">
            <a:noAutofit/>
          </a:bodyPr>
          <a:lstStyle>
            <a:lvl1pPr marL="457200" lvl="0" indent="-384365" algn="l">
              <a:spcBef>
                <a:spcPts val="491"/>
              </a:spcBef>
              <a:spcAft>
                <a:spcPts val="0"/>
              </a:spcAft>
              <a:buClr>
                <a:schemeClr val="dk1"/>
              </a:buClr>
              <a:buSzPts val="2453"/>
              <a:buFont typeface="Arial"/>
              <a:buChar char="•"/>
              <a:defRPr sz="2453"/>
            </a:lvl1pPr>
            <a:lvl2pPr marL="914400" lvl="1" indent="-364045" algn="l">
              <a:spcBef>
                <a:spcPts val="427"/>
              </a:spcBef>
              <a:spcAft>
                <a:spcPts val="0"/>
              </a:spcAft>
              <a:buClr>
                <a:schemeClr val="dk1"/>
              </a:buClr>
              <a:buSzPts val="2133"/>
              <a:buFont typeface="Arial"/>
              <a:buChar char="–"/>
              <a:defRPr sz="2133"/>
            </a:lvl2pPr>
            <a:lvl3pPr marL="1371600" lvl="2" indent="-343725" algn="l">
              <a:spcBef>
                <a:spcPts val="363"/>
              </a:spcBef>
              <a:spcAft>
                <a:spcPts val="0"/>
              </a:spcAft>
              <a:buClr>
                <a:schemeClr val="dk1"/>
              </a:buClr>
              <a:buSzPts val="1813"/>
              <a:buFont typeface="Arial"/>
              <a:buChar char="•"/>
              <a:defRPr sz="1812"/>
            </a:lvl3pPr>
            <a:lvl4pPr marL="1828800" lvl="3" indent="-330200" algn="l">
              <a:spcBef>
                <a:spcPts val="320"/>
              </a:spcBef>
              <a:spcAft>
                <a:spcPts val="0"/>
              </a:spcAft>
              <a:buClr>
                <a:schemeClr val="dk1"/>
              </a:buClr>
              <a:buSzPts val="1600"/>
              <a:buFont typeface="Arial"/>
              <a:buChar char="–"/>
              <a:defRPr sz="1600"/>
            </a:lvl4pPr>
            <a:lvl5pPr marL="2286000" lvl="4" indent="-330200" algn="l">
              <a:spcBef>
                <a:spcPts val="320"/>
              </a:spcBef>
              <a:spcAft>
                <a:spcPts val="0"/>
              </a:spcAft>
              <a:buClr>
                <a:schemeClr val="dk1"/>
              </a:buClr>
              <a:buSzPts val="1600"/>
              <a:buFont typeface="Arial"/>
              <a:buChar char="»"/>
              <a:defRPr sz="1600"/>
            </a:lvl5pPr>
            <a:lvl6pPr marL="2743200" lvl="5" indent="-330200" algn="l">
              <a:spcBef>
                <a:spcPts val="320"/>
              </a:spcBef>
              <a:spcAft>
                <a:spcPts val="0"/>
              </a:spcAft>
              <a:buClr>
                <a:schemeClr val="dk1"/>
              </a:buClr>
              <a:buSzPts val="1600"/>
              <a:buFont typeface="Arial"/>
              <a:buChar char="»"/>
              <a:defRPr sz="1600"/>
            </a:lvl6pPr>
            <a:lvl7pPr marL="3200400" lvl="6" indent="-330200" algn="l">
              <a:spcBef>
                <a:spcPts val="320"/>
              </a:spcBef>
              <a:spcAft>
                <a:spcPts val="0"/>
              </a:spcAft>
              <a:buClr>
                <a:schemeClr val="dk1"/>
              </a:buClr>
              <a:buSzPts val="1600"/>
              <a:buFont typeface="Arial"/>
              <a:buChar char="»"/>
              <a:defRPr sz="1600"/>
            </a:lvl7pPr>
            <a:lvl8pPr marL="3657600" lvl="7" indent="-330200" algn="l">
              <a:spcBef>
                <a:spcPts val="320"/>
              </a:spcBef>
              <a:spcAft>
                <a:spcPts val="0"/>
              </a:spcAft>
              <a:buClr>
                <a:schemeClr val="dk1"/>
              </a:buClr>
              <a:buSzPts val="1600"/>
              <a:buFont typeface="Arial"/>
              <a:buChar char="»"/>
              <a:defRPr sz="1600"/>
            </a:lvl8pPr>
            <a:lvl9pPr marL="4114800" lvl="8" indent="-330200" algn="l">
              <a:spcBef>
                <a:spcPts val="320"/>
              </a:spcBef>
              <a:spcAft>
                <a:spcPts val="0"/>
              </a:spcAft>
              <a:buClr>
                <a:schemeClr val="dk1"/>
              </a:buClr>
              <a:buSzPts val="1600"/>
              <a:buFont typeface="Arial"/>
              <a:buChar char="»"/>
              <a:defRPr sz="1600"/>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23"/>
        <p:cNvGrpSpPr/>
        <p:nvPr/>
      </p:nvGrpSpPr>
      <p:grpSpPr>
        <a:xfrm>
          <a:off x="0" y="0"/>
          <a:ext cx="0" cy="0"/>
          <a:chOff x="0" y="0"/>
          <a:chExt cx="0" cy="0"/>
        </a:xfrm>
      </p:grpSpPr>
      <p:sp>
        <p:nvSpPr>
          <p:cNvPr id="124" name="Google Shape;124;p31"/>
          <p:cNvSpPr txBox="1">
            <a:spLocks noGrp="1"/>
          </p:cNvSpPr>
          <p:nvPr>
            <p:ph type="title"/>
          </p:nvPr>
        </p:nvSpPr>
        <p:spPr>
          <a:xfrm>
            <a:off x="2193926" y="1317626"/>
            <a:ext cx="39503351" cy="5486400"/>
          </a:xfrm>
          <a:prstGeom prst="rect">
            <a:avLst/>
          </a:prstGeom>
          <a:noFill/>
          <a:ln>
            <a:noFill/>
          </a:ln>
        </p:spPr>
        <p:txBody>
          <a:bodyPr spcFirstLastPara="1" wrap="square" lIns="76050" tIns="38000" rIns="76050" bIns="380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25" name="Google Shape;125;p31"/>
          <p:cNvSpPr txBox="1">
            <a:spLocks noGrp="1"/>
          </p:cNvSpPr>
          <p:nvPr>
            <p:ph type="body" idx="1"/>
          </p:nvPr>
        </p:nvSpPr>
        <p:spPr>
          <a:xfrm>
            <a:off x="2193926" y="7369178"/>
            <a:ext cx="19392900" cy="3070226"/>
          </a:xfrm>
          <a:prstGeom prst="rect">
            <a:avLst/>
          </a:prstGeom>
          <a:noFill/>
          <a:ln>
            <a:noFill/>
          </a:ln>
        </p:spPr>
        <p:txBody>
          <a:bodyPr spcFirstLastPara="1" wrap="square" lIns="380325" tIns="380325" rIns="380325" bIns="380325" anchor="b" anchorCtr="0">
            <a:noAutofit/>
          </a:bodyPr>
          <a:lstStyle>
            <a:lvl1pPr marL="457200" lvl="0" indent="-228600" algn="l">
              <a:spcBef>
                <a:spcPts val="427"/>
              </a:spcBef>
              <a:spcAft>
                <a:spcPts val="0"/>
              </a:spcAft>
              <a:buClr>
                <a:schemeClr val="dk1"/>
              </a:buClr>
              <a:buSzPts val="2133"/>
              <a:buFont typeface="Arial"/>
              <a:buNone/>
              <a:defRPr sz="2133" b="1"/>
            </a:lvl1pPr>
            <a:lvl2pPr marL="914400" lvl="1" indent="-228600" algn="l">
              <a:spcBef>
                <a:spcPts val="363"/>
              </a:spcBef>
              <a:spcAft>
                <a:spcPts val="0"/>
              </a:spcAft>
              <a:buClr>
                <a:schemeClr val="dk1"/>
              </a:buClr>
              <a:buSzPts val="1813"/>
              <a:buFont typeface="Arial"/>
              <a:buNone/>
              <a:defRPr sz="1812" b="1"/>
            </a:lvl2pPr>
            <a:lvl3pPr marL="1371600" lvl="2" indent="-228600" algn="l">
              <a:spcBef>
                <a:spcPts val="320"/>
              </a:spcBef>
              <a:spcAft>
                <a:spcPts val="0"/>
              </a:spcAft>
              <a:buClr>
                <a:schemeClr val="dk1"/>
              </a:buClr>
              <a:buSzPts val="1600"/>
              <a:buFont typeface="Arial"/>
              <a:buNone/>
              <a:defRPr sz="1600" b="1"/>
            </a:lvl3pPr>
            <a:lvl4pPr marL="1828800" lvl="3" indent="-228600" algn="l">
              <a:spcBef>
                <a:spcPts val="277"/>
              </a:spcBef>
              <a:spcAft>
                <a:spcPts val="0"/>
              </a:spcAft>
              <a:buClr>
                <a:schemeClr val="dk1"/>
              </a:buClr>
              <a:buSzPts val="1387"/>
              <a:buFont typeface="Arial"/>
              <a:buNone/>
              <a:defRPr sz="1387" b="1"/>
            </a:lvl4pPr>
            <a:lvl5pPr marL="2286000" lvl="4" indent="-228600" algn="l">
              <a:spcBef>
                <a:spcPts val="277"/>
              </a:spcBef>
              <a:spcAft>
                <a:spcPts val="0"/>
              </a:spcAft>
              <a:buClr>
                <a:schemeClr val="dk1"/>
              </a:buClr>
              <a:buSzPts val="1387"/>
              <a:buFont typeface="Arial"/>
              <a:buNone/>
              <a:defRPr sz="1387" b="1"/>
            </a:lvl5pPr>
            <a:lvl6pPr marL="2743200" lvl="5" indent="-228600" algn="l">
              <a:spcBef>
                <a:spcPts val="277"/>
              </a:spcBef>
              <a:spcAft>
                <a:spcPts val="0"/>
              </a:spcAft>
              <a:buClr>
                <a:schemeClr val="dk1"/>
              </a:buClr>
              <a:buSzPts val="1387"/>
              <a:buFont typeface="Arial"/>
              <a:buNone/>
              <a:defRPr sz="1387" b="1"/>
            </a:lvl6pPr>
            <a:lvl7pPr marL="3200400" lvl="6" indent="-228600" algn="l">
              <a:spcBef>
                <a:spcPts val="277"/>
              </a:spcBef>
              <a:spcAft>
                <a:spcPts val="0"/>
              </a:spcAft>
              <a:buClr>
                <a:schemeClr val="dk1"/>
              </a:buClr>
              <a:buSzPts val="1387"/>
              <a:buFont typeface="Arial"/>
              <a:buNone/>
              <a:defRPr sz="1387" b="1"/>
            </a:lvl7pPr>
            <a:lvl8pPr marL="3657600" lvl="7" indent="-228600" algn="l">
              <a:spcBef>
                <a:spcPts val="277"/>
              </a:spcBef>
              <a:spcAft>
                <a:spcPts val="0"/>
              </a:spcAft>
              <a:buClr>
                <a:schemeClr val="dk1"/>
              </a:buClr>
              <a:buSzPts val="1387"/>
              <a:buFont typeface="Arial"/>
              <a:buNone/>
              <a:defRPr sz="1387" b="1"/>
            </a:lvl8pPr>
            <a:lvl9pPr marL="4114800" lvl="8" indent="-228600" algn="l">
              <a:spcBef>
                <a:spcPts val="277"/>
              </a:spcBef>
              <a:spcAft>
                <a:spcPts val="0"/>
              </a:spcAft>
              <a:buClr>
                <a:schemeClr val="dk1"/>
              </a:buClr>
              <a:buSzPts val="1387"/>
              <a:buFont typeface="Arial"/>
              <a:buNone/>
              <a:defRPr sz="1387" b="1"/>
            </a:lvl9pPr>
          </a:lstStyle>
          <a:p>
            <a:endParaRPr/>
          </a:p>
        </p:txBody>
      </p:sp>
      <p:sp>
        <p:nvSpPr>
          <p:cNvPr id="126" name="Google Shape;126;p31"/>
          <p:cNvSpPr txBox="1">
            <a:spLocks noGrp="1"/>
          </p:cNvSpPr>
          <p:nvPr>
            <p:ph type="body" idx="2"/>
          </p:nvPr>
        </p:nvSpPr>
        <p:spPr>
          <a:xfrm>
            <a:off x="2193926" y="10439402"/>
            <a:ext cx="19392900" cy="18965864"/>
          </a:xfrm>
          <a:prstGeom prst="rect">
            <a:avLst/>
          </a:prstGeom>
          <a:noFill/>
          <a:ln>
            <a:noFill/>
          </a:ln>
        </p:spPr>
        <p:txBody>
          <a:bodyPr spcFirstLastPara="1" wrap="square" lIns="380325" tIns="380325" rIns="380325" bIns="380325" anchor="t" anchorCtr="0">
            <a:noAutofit/>
          </a:bodyPr>
          <a:lstStyle>
            <a:lvl1pPr marL="457200" lvl="0" indent="-364045" algn="l">
              <a:spcBef>
                <a:spcPts val="427"/>
              </a:spcBef>
              <a:spcAft>
                <a:spcPts val="0"/>
              </a:spcAft>
              <a:buClr>
                <a:schemeClr val="dk1"/>
              </a:buClr>
              <a:buSzPts val="2133"/>
              <a:buFont typeface="Arial"/>
              <a:buChar char="•"/>
              <a:defRPr sz="2133"/>
            </a:lvl1pPr>
            <a:lvl2pPr marL="914400" lvl="1" indent="-343725" algn="l">
              <a:spcBef>
                <a:spcPts val="363"/>
              </a:spcBef>
              <a:spcAft>
                <a:spcPts val="0"/>
              </a:spcAft>
              <a:buClr>
                <a:schemeClr val="dk1"/>
              </a:buClr>
              <a:buSzPts val="1813"/>
              <a:buFont typeface="Arial"/>
              <a:buChar char="–"/>
              <a:defRPr sz="1812"/>
            </a:lvl2pPr>
            <a:lvl3pPr marL="1371600" lvl="2" indent="-330200" algn="l">
              <a:spcBef>
                <a:spcPts val="320"/>
              </a:spcBef>
              <a:spcAft>
                <a:spcPts val="0"/>
              </a:spcAft>
              <a:buClr>
                <a:schemeClr val="dk1"/>
              </a:buClr>
              <a:buSzPts val="1600"/>
              <a:buFont typeface="Arial"/>
              <a:buChar char="•"/>
              <a:defRPr sz="1600"/>
            </a:lvl3pPr>
            <a:lvl4pPr marL="1828800" lvl="3" indent="-316674" algn="l">
              <a:spcBef>
                <a:spcPts val="277"/>
              </a:spcBef>
              <a:spcAft>
                <a:spcPts val="0"/>
              </a:spcAft>
              <a:buClr>
                <a:schemeClr val="dk1"/>
              </a:buClr>
              <a:buSzPts val="1387"/>
              <a:buFont typeface="Arial"/>
              <a:buChar char="–"/>
              <a:defRPr sz="1387"/>
            </a:lvl4pPr>
            <a:lvl5pPr marL="2286000" lvl="4" indent="-316674" algn="l">
              <a:spcBef>
                <a:spcPts val="277"/>
              </a:spcBef>
              <a:spcAft>
                <a:spcPts val="0"/>
              </a:spcAft>
              <a:buClr>
                <a:schemeClr val="dk1"/>
              </a:buClr>
              <a:buSzPts val="1387"/>
              <a:buFont typeface="Arial"/>
              <a:buChar char="»"/>
              <a:defRPr sz="1387"/>
            </a:lvl5pPr>
            <a:lvl6pPr marL="2743200" lvl="5" indent="-316674" algn="l">
              <a:spcBef>
                <a:spcPts val="277"/>
              </a:spcBef>
              <a:spcAft>
                <a:spcPts val="0"/>
              </a:spcAft>
              <a:buClr>
                <a:schemeClr val="dk1"/>
              </a:buClr>
              <a:buSzPts val="1387"/>
              <a:buFont typeface="Arial"/>
              <a:buChar char="»"/>
              <a:defRPr sz="1387"/>
            </a:lvl6pPr>
            <a:lvl7pPr marL="3200400" lvl="6" indent="-316674" algn="l">
              <a:spcBef>
                <a:spcPts val="277"/>
              </a:spcBef>
              <a:spcAft>
                <a:spcPts val="0"/>
              </a:spcAft>
              <a:buClr>
                <a:schemeClr val="dk1"/>
              </a:buClr>
              <a:buSzPts val="1387"/>
              <a:buFont typeface="Arial"/>
              <a:buChar char="»"/>
              <a:defRPr sz="1387"/>
            </a:lvl7pPr>
            <a:lvl8pPr marL="3657600" lvl="7" indent="-316674" algn="l">
              <a:spcBef>
                <a:spcPts val="277"/>
              </a:spcBef>
              <a:spcAft>
                <a:spcPts val="0"/>
              </a:spcAft>
              <a:buClr>
                <a:schemeClr val="dk1"/>
              </a:buClr>
              <a:buSzPts val="1387"/>
              <a:buFont typeface="Arial"/>
              <a:buChar char="»"/>
              <a:defRPr sz="1387"/>
            </a:lvl8pPr>
            <a:lvl9pPr marL="4114800" lvl="8" indent="-316674" algn="l">
              <a:spcBef>
                <a:spcPts val="277"/>
              </a:spcBef>
              <a:spcAft>
                <a:spcPts val="0"/>
              </a:spcAft>
              <a:buClr>
                <a:schemeClr val="dk1"/>
              </a:buClr>
              <a:buSzPts val="1387"/>
              <a:buFont typeface="Arial"/>
              <a:buChar char="»"/>
              <a:defRPr sz="1387"/>
            </a:lvl9pPr>
          </a:lstStyle>
          <a:p>
            <a:endParaRPr/>
          </a:p>
        </p:txBody>
      </p:sp>
      <p:sp>
        <p:nvSpPr>
          <p:cNvPr id="127" name="Google Shape;127;p31"/>
          <p:cNvSpPr txBox="1">
            <a:spLocks noGrp="1"/>
          </p:cNvSpPr>
          <p:nvPr>
            <p:ph type="body" idx="3"/>
          </p:nvPr>
        </p:nvSpPr>
        <p:spPr>
          <a:xfrm>
            <a:off x="22296441" y="7369178"/>
            <a:ext cx="19400837" cy="3070226"/>
          </a:xfrm>
          <a:prstGeom prst="rect">
            <a:avLst/>
          </a:prstGeom>
          <a:noFill/>
          <a:ln>
            <a:noFill/>
          </a:ln>
        </p:spPr>
        <p:txBody>
          <a:bodyPr spcFirstLastPara="1" wrap="square" lIns="380325" tIns="380325" rIns="380325" bIns="380325" anchor="b" anchorCtr="0">
            <a:noAutofit/>
          </a:bodyPr>
          <a:lstStyle>
            <a:lvl1pPr marL="457200" lvl="0" indent="-228600" algn="l">
              <a:spcBef>
                <a:spcPts val="427"/>
              </a:spcBef>
              <a:spcAft>
                <a:spcPts val="0"/>
              </a:spcAft>
              <a:buClr>
                <a:schemeClr val="dk1"/>
              </a:buClr>
              <a:buSzPts val="2133"/>
              <a:buFont typeface="Arial"/>
              <a:buNone/>
              <a:defRPr sz="2133" b="1"/>
            </a:lvl1pPr>
            <a:lvl2pPr marL="914400" lvl="1" indent="-228600" algn="l">
              <a:spcBef>
                <a:spcPts val="363"/>
              </a:spcBef>
              <a:spcAft>
                <a:spcPts val="0"/>
              </a:spcAft>
              <a:buClr>
                <a:schemeClr val="dk1"/>
              </a:buClr>
              <a:buSzPts val="1813"/>
              <a:buFont typeface="Arial"/>
              <a:buNone/>
              <a:defRPr sz="1812" b="1"/>
            </a:lvl2pPr>
            <a:lvl3pPr marL="1371600" lvl="2" indent="-228600" algn="l">
              <a:spcBef>
                <a:spcPts val="320"/>
              </a:spcBef>
              <a:spcAft>
                <a:spcPts val="0"/>
              </a:spcAft>
              <a:buClr>
                <a:schemeClr val="dk1"/>
              </a:buClr>
              <a:buSzPts val="1600"/>
              <a:buFont typeface="Arial"/>
              <a:buNone/>
              <a:defRPr sz="1600" b="1"/>
            </a:lvl3pPr>
            <a:lvl4pPr marL="1828800" lvl="3" indent="-228600" algn="l">
              <a:spcBef>
                <a:spcPts val="277"/>
              </a:spcBef>
              <a:spcAft>
                <a:spcPts val="0"/>
              </a:spcAft>
              <a:buClr>
                <a:schemeClr val="dk1"/>
              </a:buClr>
              <a:buSzPts val="1387"/>
              <a:buFont typeface="Arial"/>
              <a:buNone/>
              <a:defRPr sz="1387" b="1"/>
            </a:lvl4pPr>
            <a:lvl5pPr marL="2286000" lvl="4" indent="-228600" algn="l">
              <a:spcBef>
                <a:spcPts val="277"/>
              </a:spcBef>
              <a:spcAft>
                <a:spcPts val="0"/>
              </a:spcAft>
              <a:buClr>
                <a:schemeClr val="dk1"/>
              </a:buClr>
              <a:buSzPts val="1387"/>
              <a:buFont typeface="Arial"/>
              <a:buNone/>
              <a:defRPr sz="1387" b="1"/>
            </a:lvl5pPr>
            <a:lvl6pPr marL="2743200" lvl="5" indent="-228600" algn="l">
              <a:spcBef>
                <a:spcPts val="277"/>
              </a:spcBef>
              <a:spcAft>
                <a:spcPts val="0"/>
              </a:spcAft>
              <a:buClr>
                <a:schemeClr val="dk1"/>
              </a:buClr>
              <a:buSzPts val="1387"/>
              <a:buFont typeface="Arial"/>
              <a:buNone/>
              <a:defRPr sz="1387" b="1"/>
            </a:lvl6pPr>
            <a:lvl7pPr marL="3200400" lvl="6" indent="-228600" algn="l">
              <a:spcBef>
                <a:spcPts val="277"/>
              </a:spcBef>
              <a:spcAft>
                <a:spcPts val="0"/>
              </a:spcAft>
              <a:buClr>
                <a:schemeClr val="dk1"/>
              </a:buClr>
              <a:buSzPts val="1387"/>
              <a:buFont typeface="Arial"/>
              <a:buNone/>
              <a:defRPr sz="1387" b="1"/>
            </a:lvl7pPr>
            <a:lvl8pPr marL="3657600" lvl="7" indent="-228600" algn="l">
              <a:spcBef>
                <a:spcPts val="277"/>
              </a:spcBef>
              <a:spcAft>
                <a:spcPts val="0"/>
              </a:spcAft>
              <a:buClr>
                <a:schemeClr val="dk1"/>
              </a:buClr>
              <a:buSzPts val="1387"/>
              <a:buFont typeface="Arial"/>
              <a:buNone/>
              <a:defRPr sz="1387" b="1"/>
            </a:lvl8pPr>
            <a:lvl9pPr marL="4114800" lvl="8" indent="-228600" algn="l">
              <a:spcBef>
                <a:spcPts val="277"/>
              </a:spcBef>
              <a:spcAft>
                <a:spcPts val="0"/>
              </a:spcAft>
              <a:buClr>
                <a:schemeClr val="dk1"/>
              </a:buClr>
              <a:buSzPts val="1387"/>
              <a:buFont typeface="Arial"/>
              <a:buNone/>
              <a:defRPr sz="1387" b="1"/>
            </a:lvl9pPr>
          </a:lstStyle>
          <a:p>
            <a:endParaRPr/>
          </a:p>
        </p:txBody>
      </p:sp>
      <p:sp>
        <p:nvSpPr>
          <p:cNvPr id="128" name="Google Shape;128;p31"/>
          <p:cNvSpPr txBox="1">
            <a:spLocks noGrp="1"/>
          </p:cNvSpPr>
          <p:nvPr>
            <p:ph type="body" idx="4"/>
          </p:nvPr>
        </p:nvSpPr>
        <p:spPr>
          <a:xfrm>
            <a:off x="22296441" y="10439402"/>
            <a:ext cx="19400837" cy="18965864"/>
          </a:xfrm>
          <a:prstGeom prst="rect">
            <a:avLst/>
          </a:prstGeom>
          <a:noFill/>
          <a:ln>
            <a:noFill/>
          </a:ln>
        </p:spPr>
        <p:txBody>
          <a:bodyPr spcFirstLastPara="1" wrap="square" lIns="380325" tIns="380325" rIns="380325" bIns="380325" anchor="t" anchorCtr="0">
            <a:noAutofit/>
          </a:bodyPr>
          <a:lstStyle>
            <a:lvl1pPr marL="457200" lvl="0" indent="-364045" algn="l">
              <a:spcBef>
                <a:spcPts val="427"/>
              </a:spcBef>
              <a:spcAft>
                <a:spcPts val="0"/>
              </a:spcAft>
              <a:buClr>
                <a:schemeClr val="dk1"/>
              </a:buClr>
              <a:buSzPts val="2133"/>
              <a:buFont typeface="Arial"/>
              <a:buChar char="•"/>
              <a:defRPr sz="2133"/>
            </a:lvl1pPr>
            <a:lvl2pPr marL="914400" lvl="1" indent="-343725" algn="l">
              <a:spcBef>
                <a:spcPts val="363"/>
              </a:spcBef>
              <a:spcAft>
                <a:spcPts val="0"/>
              </a:spcAft>
              <a:buClr>
                <a:schemeClr val="dk1"/>
              </a:buClr>
              <a:buSzPts val="1813"/>
              <a:buFont typeface="Arial"/>
              <a:buChar char="–"/>
              <a:defRPr sz="1812"/>
            </a:lvl2pPr>
            <a:lvl3pPr marL="1371600" lvl="2" indent="-330200" algn="l">
              <a:spcBef>
                <a:spcPts val="320"/>
              </a:spcBef>
              <a:spcAft>
                <a:spcPts val="0"/>
              </a:spcAft>
              <a:buClr>
                <a:schemeClr val="dk1"/>
              </a:buClr>
              <a:buSzPts val="1600"/>
              <a:buFont typeface="Arial"/>
              <a:buChar char="•"/>
              <a:defRPr sz="1600"/>
            </a:lvl3pPr>
            <a:lvl4pPr marL="1828800" lvl="3" indent="-316674" algn="l">
              <a:spcBef>
                <a:spcPts val="277"/>
              </a:spcBef>
              <a:spcAft>
                <a:spcPts val="0"/>
              </a:spcAft>
              <a:buClr>
                <a:schemeClr val="dk1"/>
              </a:buClr>
              <a:buSzPts val="1387"/>
              <a:buFont typeface="Arial"/>
              <a:buChar char="–"/>
              <a:defRPr sz="1387"/>
            </a:lvl4pPr>
            <a:lvl5pPr marL="2286000" lvl="4" indent="-316674" algn="l">
              <a:spcBef>
                <a:spcPts val="277"/>
              </a:spcBef>
              <a:spcAft>
                <a:spcPts val="0"/>
              </a:spcAft>
              <a:buClr>
                <a:schemeClr val="dk1"/>
              </a:buClr>
              <a:buSzPts val="1387"/>
              <a:buFont typeface="Arial"/>
              <a:buChar char="»"/>
              <a:defRPr sz="1387"/>
            </a:lvl5pPr>
            <a:lvl6pPr marL="2743200" lvl="5" indent="-316674" algn="l">
              <a:spcBef>
                <a:spcPts val="277"/>
              </a:spcBef>
              <a:spcAft>
                <a:spcPts val="0"/>
              </a:spcAft>
              <a:buClr>
                <a:schemeClr val="dk1"/>
              </a:buClr>
              <a:buSzPts val="1387"/>
              <a:buFont typeface="Arial"/>
              <a:buChar char="»"/>
              <a:defRPr sz="1387"/>
            </a:lvl6pPr>
            <a:lvl7pPr marL="3200400" lvl="6" indent="-316674" algn="l">
              <a:spcBef>
                <a:spcPts val="277"/>
              </a:spcBef>
              <a:spcAft>
                <a:spcPts val="0"/>
              </a:spcAft>
              <a:buClr>
                <a:schemeClr val="dk1"/>
              </a:buClr>
              <a:buSzPts val="1387"/>
              <a:buFont typeface="Arial"/>
              <a:buChar char="»"/>
              <a:defRPr sz="1387"/>
            </a:lvl7pPr>
            <a:lvl8pPr marL="3657600" lvl="7" indent="-316674" algn="l">
              <a:spcBef>
                <a:spcPts val="277"/>
              </a:spcBef>
              <a:spcAft>
                <a:spcPts val="0"/>
              </a:spcAft>
              <a:buClr>
                <a:schemeClr val="dk1"/>
              </a:buClr>
              <a:buSzPts val="1387"/>
              <a:buFont typeface="Arial"/>
              <a:buChar char="»"/>
              <a:defRPr sz="1387"/>
            </a:lvl8pPr>
            <a:lvl9pPr marL="4114800" lvl="8" indent="-316674" algn="l">
              <a:spcBef>
                <a:spcPts val="277"/>
              </a:spcBef>
              <a:spcAft>
                <a:spcPts val="0"/>
              </a:spcAft>
              <a:buClr>
                <a:schemeClr val="dk1"/>
              </a:buClr>
              <a:buSzPts val="1387"/>
              <a:buFont typeface="Arial"/>
              <a:buChar char="»"/>
              <a:defRPr sz="1387"/>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9"/>
        <p:cNvGrpSpPr/>
        <p:nvPr/>
      </p:nvGrpSpPr>
      <p:grpSpPr>
        <a:xfrm>
          <a:off x="0" y="0"/>
          <a:ext cx="0" cy="0"/>
          <a:chOff x="0" y="0"/>
          <a:chExt cx="0" cy="0"/>
        </a:xfrm>
      </p:grpSpPr>
      <p:sp>
        <p:nvSpPr>
          <p:cNvPr id="130" name="Google Shape;130;p32"/>
          <p:cNvSpPr txBox="1">
            <a:spLocks noGrp="1"/>
          </p:cNvSpPr>
          <p:nvPr>
            <p:ph type="title"/>
          </p:nvPr>
        </p:nvSpPr>
        <p:spPr>
          <a:xfrm>
            <a:off x="960120" y="1272540"/>
            <a:ext cx="41925239" cy="2202180"/>
          </a:xfrm>
          <a:prstGeom prst="rect">
            <a:avLst/>
          </a:prstGeom>
          <a:noFill/>
          <a:ln>
            <a:noFill/>
          </a:ln>
        </p:spPr>
        <p:txBody>
          <a:bodyPr spcFirstLastPara="1" wrap="square" lIns="76050" tIns="38000" rIns="76050" bIns="380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1"/>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32"/>
        <p:cNvGrpSpPr/>
        <p:nvPr/>
      </p:nvGrpSpPr>
      <p:grpSpPr>
        <a:xfrm>
          <a:off x="0" y="0"/>
          <a:ext cx="0" cy="0"/>
          <a:chOff x="0" y="0"/>
          <a:chExt cx="0" cy="0"/>
        </a:xfrm>
      </p:grpSpPr>
      <p:sp>
        <p:nvSpPr>
          <p:cNvPr id="133" name="Google Shape;133;p34"/>
          <p:cNvSpPr txBox="1">
            <a:spLocks noGrp="1"/>
          </p:cNvSpPr>
          <p:nvPr>
            <p:ph type="title"/>
          </p:nvPr>
        </p:nvSpPr>
        <p:spPr>
          <a:xfrm>
            <a:off x="2193926" y="1311276"/>
            <a:ext cx="14439900" cy="5576889"/>
          </a:xfrm>
          <a:prstGeom prst="rect">
            <a:avLst/>
          </a:prstGeom>
          <a:noFill/>
          <a:ln>
            <a:noFill/>
          </a:ln>
        </p:spPr>
        <p:txBody>
          <a:bodyPr spcFirstLastPara="1" wrap="square" lIns="76050" tIns="38000" rIns="76050" bIns="38000" anchor="b" anchorCtr="0">
            <a:noAutofit/>
          </a:bodyPr>
          <a:lstStyle>
            <a:lvl1pPr lvl="0" algn="l">
              <a:spcBef>
                <a:spcPts val="0"/>
              </a:spcBef>
              <a:spcAft>
                <a:spcPts val="0"/>
              </a:spcAft>
              <a:buSzPts val="1400"/>
              <a:buNone/>
              <a:defRPr sz="1812"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34" name="Google Shape;134;p34"/>
          <p:cNvSpPr txBox="1">
            <a:spLocks noGrp="1"/>
          </p:cNvSpPr>
          <p:nvPr>
            <p:ph type="body" idx="1"/>
          </p:nvPr>
        </p:nvSpPr>
        <p:spPr>
          <a:xfrm>
            <a:off x="17160875" y="1311276"/>
            <a:ext cx="24536399" cy="28093989"/>
          </a:xfrm>
          <a:prstGeom prst="rect">
            <a:avLst/>
          </a:prstGeom>
          <a:noFill/>
          <a:ln>
            <a:noFill/>
          </a:ln>
        </p:spPr>
        <p:txBody>
          <a:bodyPr spcFirstLastPara="1" wrap="square" lIns="380325" tIns="380325" rIns="380325" bIns="380325" anchor="t" anchorCtr="0">
            <a:noAutofit/>
          </a:bodyPr>
          <a:lstStyle>
            <a:lvl1pPr marL="457200" lvl="0" indent="-411480" algn="l">
              <a:spcBef>
                <a:spcPts val="576"/>
              </a:spcBef>
              <a:spcAft>
                <a:spcPts val="0"/>
              </a:spcAft>
              <a:buClr>
                <a:schemeClr val="dk1"/>
              </a:buClr>
              <a:buSzPts val="2880"/>
              <a:buFont typeface="Arial"/>
              <a:buChar char="•"/>
              <a:defRPr sz="2880"/>
            </a:lvl1pPr>
            <a:lvl2pPr marL="914400" lvl="1" indent="-384365" algn="l">
              <a:spcBef>
                <a:spcPts val="491"/>
              </a:spcBef>
              <a:spcAft>
                <a:spcPts val="0"/>
              </a:spcAft>
              <a:buClr>
                <a:schemeClr val="dk1"/>
              </a:buClr>
              <a:buSzPts val="2453"/>
              <a:buFont typeface="Arial"/>
              <a:buChar char="–"/>
              <a:defRPr sz="2453"/>
            </a:lvl2pPr>
            <a:lvl3pPr marL="1371600" lvl="2" indent="-364045" algn="l">
              <a:spcBef>
                <a:spcPts val="427"/>
              </a:spcBef>
              <a:spcAft>
                <a:spcPts val="0"/>
              </a:spcAft>
              <a:buClr>
                <a:schemeClr val="dk1"/>
              </a:buClr>
              <a:buSzPts val="2133"/>
              <a:buFont typeface="Arial"/>
              <a:buChar char="•"/>
              <a:defRPr sz="2133"/>
            </a:lvl3pPr>
            <a:lvl4pPr marL="1828800" lvl="3" indent="-343725" algn="l">
              <a:spcBef>
                <a:spcPts val="363"/>
              </a:spcBef>
              <a:spcAft>
                <a:spcPts val="0"/>
              </a:spcAft>
              <a:buClr>
                <a:schemeClr val="dk1"/>
              </a:buClr>
              <a:buSzPts val="1813"/>
              <a:buFont typeface="Arial"/>
              <a:buChar char="–"/>
              <a:defRPr sz="1812"/>
            </a:lvl4pPr>
            <a:lvl5pPr marL="2286000" lvl="4" indent="-343725" algn="l">
              <a:spcBef>
                <a:spcPts val="363"/>
              </a:spcBef>
              <a:spcAft>
                <a:spcPts val="0"/>
              </a:spcAft>
              <a:buClr>
                <a:schemeClr val="dk1"/>
              </a:buClr>
              <a:buSzPts val="1813"/>
              <a:buFont typeface="Arial"/>
              <a:buChar char="»"/>
              <a:defRPr sz="1812"/>
            </a:lvl5pPr>
            <a:lvl6pPr marL="2743200" lvl="5" indent="-343725" algn="l">
              <a:spcBef>
                <a:spcPts val="363"/>
              </a:spcBef>
              <a:spcAft>
                <a:spcPts val="0"/>
              </a:spcAft>
              <a:buClr>
                <a:schemeClr val="dk1"/>
              </a:buClr>
              <a:buSzPts val="1813"/>
              <a:buFont typeface="Arial"/>
              <a:buChar char="»"/>
              <a:defRPr sz="1812"/>
            </a:lvl6pPr>
            <a:lvl7pPr marL="3200400" lvl="6" indent="-343725" algn="l">
              <a:spcBef>
                <a:spcPts val="363"/>
              </a:spcBef>
              <a:spcAft>
                <a:spcPts val="0"/>
              </a:spcAft>
              <a:buClr>
                <a:schemeClr val="dk1"/>
              </a:buClr>
              <a:buSzPts val="1813"/>
              <a:buFont typeface="Arial"/>
              <a:buChar char="»"/>
              <a:defRPr sz="1812"/>
            </a:lvl7pPr>
            <a:lvl8pPr marL="3657600" lvl="7" indent="-343725" algn="l">
              <a:spcBef>
                <a:spcPts val="363"/>
              </a:spcBef>
              <a:spcAft>
                <a:spcPts val="0"/>
              </a:spcAft>
              <a:buClr>
                <a:schemeClr val="dk1"/>
              </a:buClr>
              <a:buSzPts val="1813"/>
              <a:buFont typeface="Arial"/>
              <a:buChar char="»"/>
              <a:defRPr sz="1812"/>
            </a:lvl8pPr>
            <a:lvl9pPr marL="4114800" lvl="8" indent="-343725" algn="l">
              <a:spcBef>
                <a:spcPts val="363"/>
              </a:spcBef>
              <a:spcAft>
                <a:spcPts val="0"/>
              </a:spcAft>
              <a:buClr>
                <a:schemeClr val="dk1"/>
              </a:buClr>
              <a:buSzPts val="1813"/>
              <a:buFont typeface="Arial"/>
              <a:buChar char="»"/>
              <a:defRPr sz="1812"/>
            </a:lvl9pPr>
          </a:lstStyle>
          <a:p>
            <a:endParaRPr/>
          </a:p>
        </p:txBody>
      </p:sp>
      <p:sp>
        <p:nvSpPr>
          <p:cNvPr id="135" name="Google Shape;135;p34"/>
          <p:cNvSpPr txBox="1">
            <a:spLocks noGrp="1"/>
          </p:cNvSpPr>
          <p:nvPr>
            <p:ph type="body" idx="2"/>
          </p:nvPr>
        </p:nvSpPr>
        <p:spPr>
          <a:xfrm>
            <a:off x="2193926" y="6888164"/>
            <a:ext cx="14439900" cy="22517100"/>
          </a:xfrm>
          <a:prstGeom prst="rect">
            <a:avLst/>
          </a:prstGeom>
          <a:noFill/>
          <a:ln>
            <a:noFill/>
          </a:ln>
        </p:spPr>
        <p:txBody>
          <a:bodyPr spcFirstLastPara="1" wrap="square" lIns="380325" tIns="380325" rIns="380325" bIns="380325" anchor="t" anchorCtr="0">
            <a:noAutofit/>
          </a:bodyPr>
          <a:lstStyle>
            <a:lvl1pPr marL="457200" lvl="0" indent="-228600" algn="l">
              <a:spcBef>
                <a:spcPts val="256"/>
              </a:spcBef>
              <a:spcAft>
                <a:spcPts val="0"/>
              </a:spcAft>
              <a:buClr>
                <a:schemeClr val="dk1"/>
              </a:buClr>
              <a:buSzPts val="1280"/>
              <a:buFont typeface="Arial"/>
              <a:buNone/>
              <a:defRPr sz="1280"/>
            </a:lvl1pPr>
            <a:lvl2pPr marL="914400" lvl="1" indent="-228600" algn="l">
              <a:spcBef>
                <a:spcPts val="213"/>
              </a:spcBef>
              <a:spcAft>
                <a:spcPts val="0"/>
              </a:spcAft>
              <a:buClr>
                <a:schemeClr val="dk1"/>
              </a:buClr>
              <a:buSzPts val="1067"/>
              <a:buFont typeface="Arial"/>
              <a:buNone/>
              <a:defRPr sz="1067"/>
            </a:lvl2pPr>
            <a:lvl3pPr marL="1371600" lvl="2" indent="-228600" algn="l">
              <a:spcBef>
                <a:spcPts val="171"/>
              </a:spcBef>
              <a:spcAft>
                <a:spcPts val="0"/>
              </a:spcAft>
              <a:buClr>
                <a:schemeClr val="dk1"/>
              </a:buClr>
              <a:buSzPts val="853"/>
              <a:buFont typeface="Arial"/>
              <a:buNone/>
              <a:defRPr sz="853"/>
            </a:lvl3pPr>
            <a:lvl4pPr marL="1828800" lvl="3" indent="-228600" algn="l">
              <a:spcBef>
                <a:spcPts val="149"/>
              </a:spcBef>
              <a:spcAft>
                <a:spcPts val="0"/>
              </a:spcAft>
              <a:buClr>
                <a:schemeClr val="dk1"/>
              </a:buClr>
              <a:buSzPts val="747"/>
              <a:buFont typeface="Arial"/>
              <a:buNone/>
              <a:defRPr sz="747"/>
            </a:lvl4pPr>
            <a:lvl5pPr marL="2286000" lvl="4" indent="-228600" algn="l">
              <a:spcBef>
                <a:spcPts val="149"/>
              </a:spcBef>
              <a:spcAft>
                <a:spcPts val="0"/>
              </a:spcAft>
              <a:buClr>
                <a:schemeClr val="dk1"/>
              </a:buClr>
              <a:buSzPts val="747"/>
              <a:buFont typeface="Arial"/>
              <a:buNone/>
              <a:defRPr sz="747"/>
            </a:lvl5pPr>
            <a:lvl6pPr marL="2743200" lvl="5" indent="-228600" algn="l">
              <a:spcBef>
                <a:spcPts val="149"/>
              </a:spcBef>
              <a:spcAft>
                <a:spcPts val="0"/>
              </a:spcAft>
              <a:buClr>
                <a:schemeClr val="dk1"/>
              </a:buClr>
              <a:buSzPts val="747"/>
              <a:buFont typeface="Arial"/>
              <a:buNone/>
              <a:defRPr sz="747"/>
            </a:lvl6pPr>
            <a:lvl7pPr marL="3200400" lvl="6" indent="-228600" algn="l">
              <a:spcBef>
                <a:spcPts val="149"/>
              </a:spcBef>
              <a:spcAft>
                <a:spcPts val="0"/>
              </a:spcAft>
              <a:buClr>
                <a:schemeClr val="dk1"/>
              </a:buClr>
              <a:buSzPts val="747"/>
              <a:buFont typeface="Arial"/>
              <a:buNone/>
              <a:defRPr sz="747"/>
            </a:lvl7pPr>
            <a:lvl8pPr marL="3657600" lvl="7" indent="-228600" algn="l">
              <a:spcBef>
                <a:spcPts val="149"/>
              </a:spcBef>
              <a:spcAft>
                <a:spcPts val="0"/>
              </a:spcAft>
              <a:buClr>
                <a:schemeClr val="dk1"/>
              </a:buClr>
              <a:buSzPts val="747"/>
              <a:buFont typeface="Arial"/>
              <a:buNone/>
              <a:defRPr sz="747"/>
            </a:lvl8pPr>
            <a:lvl9pPr marL="4114800" lvl="8" indent="-228600" algn="l">
              <a:spcBef>
                <a:spcPts val="149"/>
              </a:spcBef>
              <a:spcAft>
                <a:spcPts val="0"/>
              </a:spcAft>
              <a:buClr>
                <a:schemeClr val="dk1"/>
              </a:buClr>
              <a:buSzPts val="747"/>
              <a:buFont typeface="Arial"/>
              <a:buNone/>
              <a:defRPr sz="747"/>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36"/>
        <p:cNvGrpSpPr/>
        <p:nvPr/>
      </p:nvGrpSpPr>
      <p:grpSpPr>
        <a:xfrm>
          <a:off x="0" y="0"/>
          <a:ext cx="0" cy="0"/>
          <a:chOff x="0" y="0"/>
          <a:chExt cx="0" cy="0"/>
        </a:xfrm>
      </p:grpSpPr>
      <p:sp>
        <p:nvSpPr>
          <p:cNvPr id="137" name="Google Shape;137;p35"/>
          <p:cNvSpPr txBox="1">
            <a:spLocks noGrp="1"/>
          </p:cNvSpPr>
          <p:nvPr>
            <p:ph type="title"/>
          </p:nvPr>
        </p:nvSpPr>
        <p:spPr>
          <a:xfrm>
            <a:off x="8602664" y="23042566"/>
            <a:ext cx="26335038" cy="2720975"/>
          </a:xfrm>
          <a:prstGeom prst="rect">
            <a:avLst/>
          </a:prstGeom>
          <a:noFill/>
          <a:ln>
            <a:noFill/>
          </a:ln>
        </p:spPr>
        <p:txBody>
          <a:bodyPr spcFirstLastPara="1" wrap="square" lIns="76050" tIns="38000" rIns="76050" bIns="38000" anchor="b" anchorCtr="0">
            <a:noAutofit/>
          </a:bodyPr>
          <a:lstStyle>
            <a:lvl1pPr lvl="0" algn="l">
              <a:spcBef>
                <a:spcPts val="0"/>
              </a:spcBef>
              <a:spcAft>
                <a:spcPts val="0"/>
              </a:spcAft>
              <a:buSzPts val="1400"/>
              <a:buNone/>
              <a:defRPr sz="1812"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38" name="Google Shape;138;p35"/>
          <p:cNvSpPr>
            <a:spLocks noGrp="1"/>
          </p:cNvSpPr>
          <p:nvPr>
            <p:ph type="pic" idx="2"/>
          </p:nvPr>
        </p:nvSpPr>
        <p:spPr>
          <a:xfrm>
            <a:off x="8602664" y="2941640"/>
            <a:ext cx="26335038" cy="19750088"/>
          </a:xfrm>
          <a:prstGeom prst="rect">
            <a:avLst/>
          </a:prstGeom>
          <a:noFill/>
          <a:ln>
            <a:noFill/>
          </a:ln>
        </p:spPr>
        <p:txBody>
          <a:bodyPr spcFirstLastPara="1" wrap="square" lIns="380325" tIns="380325" rIns="380325" bIns="380325" anchor="t" anchorCtr="0">
            <a:noAutofit/>
          </a:bodyPr>
          <a:lstStyle>
            <a:lvl1pPr marR="0" lvl="0" algn="l" rtl="0">
              <a:spcBef>
                <a:spcPts val="576"/>
              </a:spcBef>
              <a:spcAft>
                <a:spcPts val="0"/>
              </a:spcAft>
              <a:buClr>
                <a:schemeClr val="dk1"/>
              </a:buClr>
              <a:buSzPts val="2880"/>
              <a:buFont typeface="Arial"/>
              <a:buNone/>
              <a:defRPr sz="2880" b="0" i="0" u="none" strike="noStrike" cap="none">
                <a:solidFill>
                  <a:schemeClr val="dk1"/>
                </a:solidFill>
                <a:latin typeface="Arial"/>
                <a:ea typeface="Arial"/>
                <a:cs typeface="Arial"/>
                <a:sym typeface="Arial"/>
              </a:defRPr>
            </a:lvl1pPr>
            <a:lvl2pPr marR="0" lvl="1" algn="l" rtl="0">
              <a:spcBef>
                <a:spcPts val="491"/>
              </a:spcBef>
              <a:spcAft>
                <a:spcPts val="0"/>
              </a:spcAft>
              <a:buClr>
                <a:schemeClr val="dk1"/>
              </a:buClr>
              <a:buSzPts val="2453"/>
              <a:buFont typeface="Arial"/>
              <a:buNone/>
              <a:defRPr sz="2453" b="0" i="0" u="none" strike="noStrike" cap="none">
                <a:solidFill>
                  <a:schemeClr val="dk1"/>
                </a:solidFill>
                <a:latin typeface="Arial"/>
                <a:ea typeface="Arial"/>
                <a:cs typeface="Arial"/>
                <a:sym typeface="Arial"/>
              </a:defRPr>
            </a:lvl2pPr>
            <a:lvl3pPr marR="0" lvl="2" algn="l" rtl="0">
              <a:spcBef>
                <a:spcPts val="427"/>
              </a:spcBef>
              <a:spcAft>
                <a:spcPts val="0"/>
              </a:spcAft>
              <a:buClr>
                <a:schemeClr val="dk1"/>
              </a:buClr>
              <a:buSzPts val="2133"/>
              <a:buFont typeface="Arial"/>
              <a:buNone/>
              <a:defRPr sz="2133" b="0" i="0" u="none" strike="noStrike" cap="none">
                <a:solidFill>
                  <a:schemeClr val="dk1"/>
                </a:solidFill>
                <a:latin typeface="Arial"/>
                <a:ea typeface="Arial"/>
                <a:cs typeface="Arial"/>
                <a:sym typeface="Arial"/>
              </a:defRPr>
            </a:lvl3pPr>
            <a:lvl4pPr marR="0" lvl="3" algn="l" rtl="0">
              <a:spcBef>
                <a:spcPts val="363"/>
              </a:spcBef>
              <a:spcAft>
                <a:spcPts val="0"/>
              </a:spcAft>
              <a:buClr>
                <a:schemeClr val="dk1"/>
              </a:buClr>
              <a:buSzPts val="1813"/>
              <a:buFont typeface="Arial"/>
              <a:buNone/>
              <a:defRPr sz="1812" b="0" i="0" u="none" strike="noStrike" cap="none">
                <a:solidFill>
                  <a:schemeClr val="dk1"/>
                </a:solidFill>
                <a:latin typeface="Arial"/>
                <a:ea typeface="Arial"/>
                <a:cs typeface="Arial"/>
                <a:sym typeface="Arial"/>
              </a:defRPr>
            </a:lvl4pPr>
            <a:lvl5pPr marR="0" lvl="4" algn="l" rtl="0">
              <a:spcBef>
                <a:spcPts val="363"/>
              </a:spcBef>
              <a:spcAft>
                <a:spcPts val="0"/>
              </a:spcAft>
              <a:buClr>
                <a:schemeClr val="dk1"/>
              </a:buClr>
              <a:buSzPts val="1813"/>
              <a:buFont typeface="Arial"/>
              <a:buNone/>
              <a:defRPr sz="1812" b="0" i="0" u="none" strike="noStrike" cap="none">
                <a:solidFill>
                  <a:schemeClr val="dk1"/>
                </a:solidFill>
                <a:latin typeface="Arial"/>
                <a:ea typeface="Arial"/>
                <a:cs typeface="Arial"/>
                <a:sym typeface="Arial"/>
              </a:defRPr>
            </a:lvl5pPr>
            <a:lvl6pPr marR="0" lvl="5" algn="l" rtl="0">
              <a:spcBef>
                <a:spcPts val="363"/>
              </a:spcBef>
              <a:spcAft>
                <a:spcPts val="0"/>
              </a:spcAft>
              <a:buClr>
                <a:schemeClr val="dk1"/>
              </a:buClr>
              <a:buSzPts val="1813"/>
              <a:buFont typeface="Arial"/>
              <a:buNone/>
              <a:defRPr sz="1812" b="0" i="0" u="none" strike="noStrike" cap="none">
                <a:solidFill>
                  <a:schemeClr val="dk1"/>
                </a:solidFill>
                <a:latin typeface="Arial"/>
                <a:ea typeface="Arial"/>
                <a:cs typeface="Arial"/>
                <a:sym typeface="Arial"/>
              </a:defRPr>
            </a:lvl6pPr>
            <a:lvl7pPr marR="0" lvl="6" algn="l" rtl="0">
              <a:spcBef>
                <a:spcPts val="363"/>
              </a:spcBef>
              <a:spcAft>
                <a:spcPts val="0"/>
              </a:spcAft>
              <a:buClr>
                <a:schemeClr val="dk1"/>
              </a:buClr>
              <a:buSzPts val="1813"/>
              <a:buFont typeface="Arial"/>
              <a:buNone/>
              <a:defRPr sz="1812" b="0" i="0" u="none" strike="noStrike" cap="none">
                <a:solidFill>
                  <a:schemeClr val="dk1"/>
                </a:solidFill>
                <a:latin typeface="Arial"/>
                <a:ea typeface="Arial"/>
                <a:cs typeface="Arial"/>
                <a:sym typeface="Arial"/>
              </a:defRPr>
            </a:lvl7pPr>
            <a:lvl8pPr marR="0" lvl="7" algn="l" rtl="0">
              <a:spcBef>
                <a:spcPts val="363"/>
              </a:spcBef>
              <a:spcAft>
                <a:spcPts val="0"/>
              </a:spcAft>
              <a:buClr>
                <a:schemeClr val="dk1"/>
              </a:buClr>
              <a:buSzPts val="1813"/>
              <a:buFont typeface="Arial"/>
              <a:buNone/>
              <a:defRPr sz="1812" b="0" i="0" u="none" strike="noStrike" cap="none">
                <a:solidFill>
                  <a:schemeClr val="dk1"/>
                </a:solidFill>
                <a:latin typeface="Arial"/>
                <a:ea typeface="Arial"/>
                <a:cs typeface="Arial"/>
                <a:sym typeface="Arial"/>
              </a:defRPr>
            </a:lvl8pPr>
            <a:lvl9pPr marR="0" lvl="8" algn="l" rtl="0">
              <a:spcBef>
                <a:spcPts val="363"/>
              </a:spcBef>
              <a:spcAft>
                <a:spcPts val="0"/>
              </a:spcAft>
              <a:buClr>
                <a:schemeClr val="dk1"/>
              </a:buClr>
              <a:buSzPts val="1813"/>
              <a:buFont typeface="Arial"/>
              <a:buNone/>
              <a:defRPr sz="1812" b="0" i="0" u="none" strike="noStrike" cap="none">
                <a:solidFill>
                  <a:schemeClr val="dk1"/>
                </a:solidFill>
                <a:latin typeface="Arial"/>
                <a:ea typeface="Arial"/>
                <a:cs typeface="Arial"/>
                <a:sym typeface="Arial"/>
              </a:defRPr>
            </a:lvl9pPr>
          </a:lstStyle>
          <a:p>
            <a:endParaRPr/>
          </a:p>
        </p:txBody>
      </p:sp>
      <p:sp>
        <p:nvSpPr>
          <p:cNvPr id="139" name="Google Shape;139;p35"/>
          <p:cNvSpPr txBox="1">
            <a:spLocks noGrp="1"/>
          </p:cNvSpPr>
          <p:nvPr>
            <p:ph type="body" idx="1"/>
          </p:nvPr>
        </p:nvSpPr>
        <p:spPr>
          <a:xfrm>
            <a:off x="8602664" y="25763541"/>
            <a:ext cx="26335038" cy="3862388"/>
          </a:xfrm>
          <a:prstGeom prst="rect">
            <a:avLst/>
          </a:prstGeom>
          <a:noFill/>
          <a:ln>
            <a:noFill/>
          </a:ln>
        </p:spPr>
        <p:txBody>
          <a:bodyPr spcFirstLastPara="1" wrap="square" lIns="380325" tIns="380325" rIns="380325" bIns="380325" anchor="t" anchorCtr="0">
            <a:noAutofit/>
          </a:bodyPr>
          <a:lstStyle>
            <a:lvl1pPr marL="457200" lvl="0" indent="-228600" algn="l">
              <a:spcBef>
                <a:spcPts val="256"/>
              </a:spcBef>
              <a:spcAft>
                <a:spcPts val="0"/>
              </a:spcAft>
              <a:buClr>
                <a:schemeClr val="dk1"/>
              </a:buClr>
              <a:buSzPts val="1280"/>
              <a:buFont typeface="Arial"/>
              <a:buNone/>
              <a:defRPr sz="1280"/>
            </a:lvl1pPr>
            <a:lvl2pPr marL="914400" lvl="1" indent="-228600" algn="l">
              <a:spcBef>
                <a:spcPts val="213"/>
              </a:spcBef>
              <a:spcAft>
                <a:spcPts val="0"/>
              </a:spcAft>
              <a:buClr>
                <a:schemeClr val="dk1"/>
              </a:buClr>
              <a:buSzPts val="1067"/>
              <a:buFont typeface="Arial"/>
              <a:buNone/>
              <a:defRPr sz="1067"/>
            </a:lvl2pPr>
            <a:lvl3pPr marL="1371600" lvl="2" indent="-228600" algn="l">
              <a:spcBef>
                <a:spcPts val="171"/>
              </a:spcBef>
              <a:spcAft>
                <a:spcPts val="0"/>
              </a:spcAft>
              <a:buClr>
                <a:schemeClr val="dk1"/>
              </a:buClr>
              <a:buSzPts val="853"/>
              <a:buFont typeface="Arial"/>
              <a:buNone/>
              <a:defRPr sz="853"/>
            </a:lvl3pPr>
            <a:lvl4pPr marL="1828800" lvl="3" indent="-228600" algn="l">
              <a:spcBef>
                <a:spcPts val="149"/>
              </a:spcBef>
              <a:spcAft>
                <a:spcPts val="0"/>
              </a:spcAft>
              <a:buClr>
                <a:schemeClr val="dk1"/>
              </a:buClr>
              <a:buSzPts val="747"/>
              <a:buFont typeface="Arial"/>
              <a:buNone/>
              <a:defRPr sz="747"/>
            </a:lvl4pPr>
            <a:lvl5pPr marL="2286000" lvl="4" indent="-228600" algn="l">
              <a:spcBef>
                <a:spcPts val="149"/>
              </a:spcBef>
              <a:spcAft>
                <a:spcPts val="0"/>
              </a:spcAft>
              <a:buClr>
                <a:schemeClr val="dk1"/>
              </a:buClr>
              <a:buSzPts val="747"/>
              <a:buFont typeface="Arial"/>
              <a:buNone/>
              <a:defRPr sz="747"/>
            </a:lvl5pPr>
            <a:lvl6pPr marL="2743200" lvl="5" indent="-228600" algn="l">
              <a:spcBef>
                <a:spcPts val="149"/>
              </a:spcBef>
              <a:spcAft>
                <a:spcPts val="0"/>
              </a:spcAft>
              <a:buClr>
                <a:schemeClr val="dk1"/>
              </a:buClr>
              <a:buSzPts val="747"/>
              <a:buFont typeface="Arial"/>
              <a:buNone/>
              <a:defRPr sz="747"/>
            </a:lvl6pPr>
            <a:lvl7pPr marL="3200400" lvl="6" indent="-228600" algn="l">
              <a:spcBef>
                <a:spcPts val="149"/>
              </a:spcBef>
              <a:spcAft>
                <a:spcPts val="0"/>
              </a:spcAft>
              <a:buClr>
                <a:schemeClr val="dk1"/>
              </a:buClr>
              <a:buSzPts val="747"/>
              <a:buFont typeface="Arial"/>
              <a:buNone/>
              <a:defRPr sz="747"/>
            </a:lvl7pPr>
            <a:lvl8pPr marL="3657600" lvl="7" indent="-228600" algn="l">
              <a:spcBef>
                <a:spcPts val="149"/>
              </a:spcBef>
              <a:spcAft>
                <a:spcPts val="0"/>
              </a:spcAft>
              <a:buClr>
                <a:schemeClr val="dk1"/>
              </a:buClr>
              <a:buSzPts val="747"/>
              <a:buFont typeface="Arial"/>
              <a:buNone/>
              <a:defRPr sz="747"/>
            </a:lvl8pPr>
            <a:lvl9pPr marL="4114800" lvl="8" indent="-228600" algn="l">
              <a:spcBef>
                <a:spcPts val="149"/>
              </a:spcBef>
              <a:spcAft>
                <a:spcPts val="0"/>
              </a:spcAft>
              <a:buClr>
                <a:schemeClr val="dk1"/>
              </a:buClr>
              <a:buSzPts val="747"/>
              <a:buFont typeface="Arial"/>
              <a:buNone/>
              <a:defRPr sz="747"/>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0"/>
        <p:cNvGrpSpPr/>
        <p:nvPr/>
      </p:nvGrpSpPr>
      <p:grpSpPr>
        <a:xfrm>
          <a:off x="0" y="0"/>
          <a:ext cx="0" cy="0"/>
          <a:chOff x="0" y="0"/>
          <a:chExt cx="0" cy="0"/>
        </a:xfrm>
      </p:grpSpPr>
      <p:sp>
        <p:nvSpPr>
          <p:cNvPr id="141" name="Google Shape;141;p36"/>
          <p:cNvSpPr txBox="1">
            <a:spLocks noGrp="1"/>
          </p:cNvSpPr>
          <p:nvPr>
            <p:ph type="title"/>
          </p:nvPr>
        </p:nvSpPr>
        <p:spPr>
          <a:xfrm>
            <a:off x="960120" y="1272540"/>
            <a:ext cx="41925239" cy="2202180"/>
          </a:xfrm>
          <a:prstGeom prst="rect">
            <a:avLst/>
          </a:prstGeom>
          <a:noFill/>
          <a:ln>
            <a:noFill/>
          </a:ln>
        </p:spPr>
        <p:txBody>
          <a:bodyPr spcFirstLastPara="1" wrap="square" lIns="76050" tIns="38000" rIns="76050" bIns="380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42" name="Google Shape;142;p36"/>
          <p:cNvSpPr txBox="1">
            <a:spLocks noGrp="1"/>
          </p:cNvSpPr>
          <p:nvPr>
            <p:ph type="body" idx="1"/>
          </p:nvPr>
        </p:nvSpPr>
        <p:spPr>
          <a:xfrm rot="5400000">
            <a:off x="8507733" y="-2175511"/>
            <a:ext cx="26563319" cy="42191940"/>
          </a:xfrm>
          <a:prstGeom prst="rect">
            <a:avLst/>
          </a:prstGeom>
          <a:noFill/>
          <a:ln>
            <a:noFill/>
          </a:ln>
        </p:spPr>
        <p:txBody>
          <a:bodyPr spcFirstLastPara="1" wrap="square" lIns="380325" tIns="380325" rIns="380325" bIns="380325"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43"/>
        <p:cNvGrpSpPr/>
        <p:nvPr/>
      </p:nvGrpSpPr>
      <p:grpSpPr>
        <a:xfrm>
          <a:off x="0" y="0"/>
          <a:ext cx="0" cy="0"/>
          <a:chOff x="0" y="0"/>
          <a:chExt cx="0" cy="0"/>
        </a:xfrm>
      </p:grpSpPr>
      <p:sp>
        <p:nvSpPr>
          <p:cNvPr id="144" name="Google Shape;144;p37"/>
          <p:cNvSpPr txBox="1">
            <a:spLocks noGrp="1"/>
          </p:cNvSpPr>
          <p:nvPr>
            <p:ph type="title"/>
          </p:nvPr>
        </p:nvSpPr>
        <p:spPr>
          <a:xfrm rot="5400000">
            <a:off x="22146421" y="11464133"/>
            <a:ext cx="30929263" cy="10547351"/>
          </a:xfrm>
          <a:prstGeom prst="rect">
            <a:avLst/>
          </a:prstGeom>
          <a:noFill/>
          <a:ln>
            <a:noFill/>
          </a:ln>
        </p:spPr>
        <p:txBody>
          <a:bodyPr spcFirstLastPara="1" wrap="square" lIns="76050" tIns="38000" rIns="76050" bIns="380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45" name="Google Shape;145;p37"/>
          <p:cNvSpPr txBox="1">
            <a:spLocks noGrp="1"/>
          </p:cNvSpPr>
          <p:nvPr>
            <p:ph type="body" idx="1"/>
          </p:nvPr>
        </p:nvSpPr>
        <p:spPr>
          <a:xfrm rot="5400000">
            <a:off x="974727" y="992189"/>
            <a:ext cx="30929263" cy="31491240"/>
          </a:xfrm>
          <a:prstGeom prst="rect">
            <a:avLst/>
          </a:prstGeom>
          <a:noFill/>
          <a:ln>
            <a:noFill/>
          </a:ln>
        </p:spPr>
        <p:txBody>
          <a:bodyPr spcFirstLastPara="1" wrap="square" lIns="380325" tIns="380325" rIns="380325" bIns="380325"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43891199" cy="4800600"/>
          </a:xfrm>
          <a:prstGeom prst="rect">
            <a:avLst/>
          </a:prstGeom>
          <a:solidFill>
            <a:schemeClr val="accent2"/>
          </a:solidFill>
          <a:ln w="9525" cap="flat" cmpd="sng">
            <a:solidFill>
              <a:schemeClr val="dk1"/>
            </a:solidFill>
            <a:prstDash val="solid"/>
            <a:miter lim="800000"/>
            <a:headEnd type="none" w="sm" len="sm"/>
            <a:tailEnd type="none" w="sm" len="sm"/>
          </a:ln>
        </p:spPr>
        <p:txBody>
          <a:bodyPr spcFirstLastPara="1" wrap="square" lIns="81275" tIns="40625" rIns="81275" bIns="40625" anchor="ctr" anchorCtr="0">
            <a:noAutofit/>
          </a:bodyPr>
          <a:lstStyle/>
          <a:p>
            <a:pPr marL="0" marR="0" lvl="0" indent="0" algn="l" rtl="0">
              <a:spcBef>
                <a:spcPts val="0"/>
              </a:spcBef>
              <a:spcAft>
                <a:spcPts val="0"/>
              </a:spcAft>
              <a:buNone/>
            </a:pPr>
            <a:endParaRPr sz="2195" b="0" i="0" u="none" strike="noStrike" cap="none">
              <a:solidFill>
                <a:schemeClr val="dk1"/>
              </a:solidFill>
              <a:latin typeface="Arial Narrow"/>
              <a:ea typeface="Arial Narrow"/>
              <a:cs typeface="Arial Narrow"/>
              <a:sym typeface="Arial Narrow"/>
            </a:endParaRPr>
          </a:p>
        </p:txBody>
      </p:sp>
      <p:sp>
        <p:nvSpPr>
          <p:cNvPr id="11" name="Google Shape;11;p2"/>
          <p:cNvSpPr/>
          <p:nvPr/>
        </p:nvSpPr>
        <p:spPr>
          <a:xfrm>
            <a:off x="693421" y="5638800"/>
            <a:ext cx="9974580" cy="26563319"/>
          </a:xfrm>
          <a:prstGeom prst="rect">
            <a:avLst/>
          </a:prstGeom>
          <a:solidFill>
            <a:srgbClr val="FFFFFF"/>
          </a:solidFill>
          <a:ln w="9525" cap="flat" cmpd="sng">
            <a:solidFill>
              <a:schemeClr val="dk1"/>
            </a:solidFill>
            <a:prstDash val="solid"/>
            <a:miter lim="800000"/>
            <a:headEnd type="none" w="sm" len="sm"/>
            <a:tailEnd type="none" w="sm" len="sm"/>
          </a:ln>
        </p:spPr>
        <p:txBody>
          <a:bodyPr spcFirstLastPara="1" wrap="square" lIns="81275" tIns="40625" rIns="81275" bIns="40625" anchor="ctr" anchorCtr="0">
            <a:noAutofit/>
          </a:bodyPr>
          <a:lstStyle/>
          <a:p>
            <a:pPr marL="0" marR="0" lvl="0" indent="0" algn="l" rtl="0">
              <a:spcBef>
                <a:spcPts val="0"/>
              </a:spcBef>
              <a:spcAft>
                <a:spcPts val="0"/>
              </a:spcAft>
              <a:buNone/>
            </a:pPr>
            <a:endParaRPr sz="2195" b="0" i="0" u="none" strike="noStrike" cap="none">
              <a:solidFill>
                <a:schemeClr val="dk1"/>
              </a:solidFill>
              <a:latin typeface="Arial Narrow"/>
              <a:ea typeface="Arial Narrow"/>
              <a:cs typeface="Arial Narrow"/>
              <a:sym typeface="Arial Narrow"/>
            </a:endParaRPr>
          </a:p>
        </p:txBody>
      </p:sp>
      <p:sp>
        <p:nvSpPr>
          <p:cNvPr id="12" name="Google Shape;12;p2"/>
          <p:cNvSpPr/>
          <p:nvPr/>
        </p:nvSpPr>
        <p:spPr>
          <a:xfrm>
            <a:off x="0" y="4800600"/>
            <a:ext cx="43891199" cy="129540"/>
          </a:xfrm>
          <a:prstGeom prst="rect">
            <a:avLst/>
          </a:prstGeom>
          <a:solidFill>
            <a:srgbClr val="660000"/>
          </a:solidFill>
          <a:ln w="152400" cap="flat" cmpd="sng">
            <a:solidFill>
              <a:srgbClr val="FF9900"/>
            </a:solidFill>
            <a:prstDash val="solid"/>
            <a:miter lim="800000"/>
            <a:headEnd type="none" w="sm" len="sm"/>
            <a:tailEnd type="none" w="sm" len="sm"/>
          </a:ln>
        </p:spPr>
        <p:txBody>
          <a:bodyPr spcFirstLastPara="1" wrap="square" lIns="81275" tIns="40625" rIns="81275" bIns="40625" anchor="ctr" anchorCtr="0">
            <a:noAutofit/>
          </a:bodyPr>
          <a:lstStyle/>
          <a:p>
            <a:pPr marL="0" marR="0" lvl="0" indent="0" algn="l" rtl="0">
              <a:spcBef>
                <a:spcPts val="0"/>
              </a:spcBef>
              <a:spcAft>
                <a:spcPts val="0"/>
              </a:spcAft>
              <a:buNone/>
            </a:pPr>
            <a:endParaRPr sz="2195" b="0" i="0" u="none" strike="noStrike" cap="none">
              <a:solidFill>
                <a:schemeClr val="dk1"/>
              </a:solidFill>
              <a:latin typeface="Arial Narrow"/>
              <a:ea typeface="Arial Narrow"/>
              <a:cs typeface="Arial Narrow"/>
              <a:sym typeface="Arial Narrow"/>
            </a:endParaRPr>
          </a:p>
        </p:txBody>
      </p:sp>
      <p:sp>
        <p:nvSpPr>
          <p:cNvPr id="13" name="Google Shape;13;p2"/>
          <p:cNvSpPr txBox="1"/>
          <p:nvPr/>
        </p:nvSpPr>
        <p:spPr>
          <a:xfrm>
            <a:off x="609600" y="32445963"/>
            <a:ext cx="2514600" cy="275603"/>
          </a:xfrm>
          <a:prstGeom prst="rect">
            <a:avLst/>
          </a:prstGeom>
          <a:noFill/>
          <a:ln>
            <a:noFill/>
          </a:ln>
        </p:spPr>
        <p:txBody>
          <a:bodyPr spcFirstLastPara="1" wrap="square" lIns="81100" tIns="40550" rIns="81100" bIns="40550" anchor="t" anchorCtr="0">
            <a:spAutoFit/>
          </a:bodyPr>
          <a:lstStyle/>
          <a:p>
            <a:pPr marL="0" marR="0" lvl="0" indent="0" algn="l" rtl="0">
              <a:lnSpc>
                <a:spcPct val="65000"/>
              </a:lnSpc>
              <a:spcBef>
                <a:spcPts val="0"/>
              </a:spcBef>
              <a:spcAft>
                <a:spcPts val="0"/>
              </a:spcAft>
              <a:buNone/>
            </a:pPr>
            <a:r>
              <a:rPr lang="en-US" sz="427" b="1" i="0" u="none" strike="noStrike" cap="none">
                <a:solidFill>
                  <a:schemeClr val="lt2"/>
                </a:solidFill>
                <a:latin typeface="Arial"/>
                <a:ea typeface="Arial"/>
                <a:cs typeface="Arial"/>
                <a:sym typeface="Arial"/>
              </a:rPr>
              <a:t>TEMPLATE DESIGN © 2008</a:t>
            </a:r>
            <a:endParaRPr/>
          </a:p>
          <a:p>
            <a:pPr marL="0" marR="0" lvl="0" indent="0" algn="l" rtl="0">
              <a:lnSpc>
                <a:spcPct val="65000"/>
              </a:lnSpc>
              <a:spcBef>
                <a:spcPts val="427"/>
              </a:spcBef>
              <a:spcAft>
                <a:spcPts val="0"/>
              </a:spcAft>
              <a:buNone/>
            </a:pPr>
            <a:r>
              <a:rPr lang="en-US" sz="853" b="1" i="0" u="none" strike="noStrike" cap="none">
                <a:solidFill>
                  <a:schemeClr val="lt2"/>
                </a:solidFill>
                <a:latin typeface="Arial"/>
                <a:ea typeface="Arial"/>
                <a:cs typeface="Arial"/>
                <a:sym typeface="Arial"/>
              </a:rPr>
              <a:t>www.PosterPresentations.com</a:t>
            </a:r>
            <a:endParaRPr/>
          </a:p>
        </p:txBody>
      </p:sp>
      <p:sp>
        <p:nvSpPr>
          <p:cNvPr id="14" name="Google Shape;14;p2"/>
          <p:cNvSpPr txBox="1">
            <a:spLocks noGrp="1"/>
          </p:cNvSpPr>
          <p:nvPr>
            <p:ph type="title"/>
          </p:nvPr>
        </p:nvSpPr>
        <p:spPr>
          <a:xfrm>
            <a:off x="960120" y="1272540"/>
            <a:ext cx="41925239" cy="2202180"/>
          </a:xfrm>
          <a:prstGeom prst="rect">
            <a:avLst/>
          </a:prstGeom>
          <a:noFill/>
          <a:ln>
            <a:noFill/>
          </a:ln>
        </p:spPr>
        <p:txBody>
          <a:bodyPr spcFirstLastPara="1" wrap="square" lIns="76050" tIns="38000" rIns="76050" bIns="38000" anchor="ctr" anchorCtr="0">
            <a:noAutofit/>
          </a:bodyPr>
          <a:lstStyle>
            <a:lvl1pPr marR="0" lvl="0" algn="ctr" rtl="0">
              <a:spcBef>
                <a:spcPts val="0"/>
              </a:spcBef>
              <a:spcAft>
                <a:spcPts val="0"/>
              </a:spcAft>
              <a:buSzPts val="1400"/>
              <a:buNone/>
              <a:defRPr sz="7680" b="0" i="0" u="none" strike="noStrike" cap="none">
                <a:solidFill>
                  <a:srgbClr val="FFFFFF"/>
                </a:solidFill>
                <a:latin typeface="Arial Black"/>
                <a:ea typeface="Arial Black"/>
                <a:cs typeface="Arial Black"/>
                <a:sym typeface="Arial Black"/>
              </a:defRPr>
            </a:lvl1pPr>
            <a:lvl2pPr marR="0" lvl="1" algn="ctr" rtl="0">
              <a:spcBef>
                <a:spcPts val="0"/>
              </a:spcBef>
              <a:spcAft>
                <a:spcPts val="0"/>
              </a:spcAft>
              <a:buSzPts val="1400"/>
              <a:buNone/>
              <a:defRPr sz="7680" b="0" i="0" u="none" strike="noStrike" cap="none">
                <a:solidFill>
                  <a:srgbClr val="FFFFFF"/>
                </a:solidFill>
                <a:latin typeface="Arial Black"/>
                <a:ea typeface="Arial Black"/>
                <a:cs typeface="Arial Black"/>
                <a:sym typeface="Arial Black"/>
              </a:defRPr>
            </a:lvl2pPr>
            <a:lvl3pPr marR="0" lvl="2" algn="ctr" rtl="0">
              <a:spcBef>
                <a:spcPts val="0"/>
              </a:spcBef>
              <a:spcAft>
                <a:spcPts val="0"/>
              </a:spcAft>
              <a:buSzPts val="1400"/>
              <a:buNone/>
              <a:defRPr sz="7680" b="0" i="0" u="none" strike="noStrike" cap="none">
                <a:solidFill>
                  <a:srgbClr val="FFFFFF"/>
                </a:solidFill>
                <a:latin typeface="Arial Black"/>
                <a:ea typeface="Arial Black"/>
                <a:cs typeface="Arial Black"/>
                <a:sym typeface="Arial Black"/>
              </a:defRPr>
            </a:lvl3pPr>
            <a:lvl4pPr marR="0" lvl="3" algn="ctr" rtl="0">
              <a:spcBef>
                <a:spcPts val="0"/>
              </a:spcBef>
              <a:spcAft>
                <a:spcPts val="0"/>
              </a:spcAft>
              <a:buSzPts val="1400"/>
              <a:buNone/>
              <a:defRPr sz="7680" b="0" i="0" u="none" strike="noStrike" cap="none">
                <a:solidFill>
                  <a:srgbClr val="FFFFFF"/>
                </a:solidFill>
                <a:latin typeface="Arial Black"/>
                <a:ea typeface="Arial Black"/>
                <a:cs typeface="Arial Black"/>
                <a:sym typeface="Arial Black"/>
              </a:defRPr>
            </a:lvl4pPr>
            <a:lvl5pPr marR="0" lvl="4" algn="ctr" rtl="0">
              <a:spcBef>
                <a:spcPts val="0"/>
              </a:spcBef>
              <a:spcAft>
                <a:spcPts val="0"/>
              </a:spcAft>
              <a:buSzPts val="1400"/>
              <a:buNone/>
              <a:defRPr sz="7680" b="0" i="0" u="none" strike="noStrike" cap="none">
                <a:solidFill>
                  <a:srgbClr val="FFFFFF"/>
                </a:solidFill>
                <a:latin typeface="Arial Black"/>
                <a:ea typeface="Arial Black"/>
                <a:cs typeface="Arial Black"/>
                <a:sym typeface="Arial Black"/>
              </a:defRPr>
            </a:lvl5pPr>
            <a:lvl6pPr marR="0" lvl="5" algn="ctr" rtl="0">
              <a:spcBef>
                <a:spcPts val="0"/>
              </a:spcBef>
              <a:spcAft>
                <a:spcPts val="0"/>
              </a:spcAft>
              <a:buSzPts val="1400"/>
              <a:buNone/>
              <a:defRPr sz="7680" b="0" i="0" u="none" strike="noStrike" cap="none">
                <a:solidFill>
                  <a:srgbClr val="FFFFFF"/>
                </a:solidFill>
                <a:latin typeface="Arial Black"/>
                <a:ea typeface="Arial Black"/>
                <a:cs typeface="Arial Black"/>
                <a:sym typeface="Arial Black"/>
              </a:defRPr>
            </a:lvl6pPr>
            <a:lvl7pPr marR="0" lvl="6" algn="ctr" rtl="0">
              <a:spcBef>
                <a:spcPts val="0"/>
              </a:spcBef>
              <a:spcAft>
                <a:spcPts val="0"/>
              </a:spcAft>
              <a:buSzPts val="1400"/>
              <a:buNone/>
              <a:defRPr sz="7680" b="0" i="0" u="none" strike="noStrike" cap="none">
                <a:solidFill>
                  <a:srgbClr val="FFFFFF"/>
                </a:solidFill>
                <a:latin typeface="Arial Black"/>
                <a:ea typeface="Arial Black"/>
                <a:cs typeface="Arial Black"/>
                <a:sym typeface="Arial Black"/>
              </a:defRPr>
            </a:lvl7pPr>
            <a:lvl8pPr marR="0" lvl="7" algn="ctr" rtl="0">
              <a:spcBef>
                <a:spcPts val="0"/>
              </a:spcBef>
              <a:spcAft>
                <a:spcPts val="0"/>
              </a:spcAft>
              <a:buSzPts val="1400"/>
              <a:buNone/>
              <a:defRPr sz="7680" b="0" i="0" u="none" strike="noStrike" cap="none">
                <a:solidFill>
                  <a:srgbClr val="FFFFFF"/>
                </a:solidFill>
                <a:latin typeface="Arial Black"/>
                <a:ea typeface="Arial Black"/>
                <a:cs typeface="Arial Black"/>
                <a:sym typeface="Arial Black"/>
              </a:defRPr>
            </a:lvl8pPr>
            <a:lvl9pPr marR="0" lvl="8" algn="ctr" rtl="0">
              <a:spcBef>
                <a:spcPts val="0"/>
              </a:spcBef>
              <a:spcAft>
                <a:spcPts val="0"/>
              </a:spcAft>
              <a:buSzPts val="1400"/>
              <a:buNone/>
              <a:defRPr sz="7680" b="0" i="0" u="none" strike="noStrike" cap="none">
                <a:solidFill>
                  <a:srgbClr val="FFFFFF"/>
                </a:solidFill>
                <a:latin typeface="Arial Black"/>
                <a:ea typeface="Arial Black"/>
                <a:cs typeface="Arial Black"/>
                <a:sym typeface="Arial Black"/>
              </a:defRPr>
            </a:lvl9pPr>
          </a:lstStyle>
          <a:p>
            <a:endParaRPr/>
          </a:p>
        </p:txBody>
      </p:sp>
      <p:sp>
        <p:nvSpPr>
          <p:cNvPr id="15" name="Google Shape;15;p2"/>
          <p:cNvSpPr txBox="1">
            <a:spLocks noGrp="1"/>
          </p:cNvSpPr>
          <p:nvPr>
            <p:ph type="body" idx="1"/>
          </p:nvPr>
        </p:nvSpPr>
        <p:spPr>
          <a:xfrm>
            <a:off x="693421" y="5638800"/>
            <a:ext cx="9974580" cy="26563319"/>
          </a:xfrm>
          <a:prstGeom prst="rect">
            <a:avLst/>
          </a:prstGeom>
          <a:noFill/>
          <a:ln>
            <a:noFill/>
          </a:ln>
        </p:spPr>
        <p:txBody>
          <a:bodyPr spcFirstLastPara="1" wrap="square" lIns="380325" tIns="380325" rIns="380325" bIns="380325" anchor="t" anchorCtr="0">
            <a:noAutofit/>
          </a:bodyPr>
          <a:lstStyle>
            <a:lvl1pPr marL="457200" marR="0" lvl="0" indent="-391160" algn="l" rtl="0">
              <a:spcBef>
                <a:spcPts val="512"/>
              </a:spcBef>
              <a:spcAft>
                <a:spcPts val="0"/>
              </a:spcAft>
              <a:buClr>
                <a:schemeClr val="dk1"/>
              </a:buClr>
              <a:buSzPts val="2560"/>
              <a:buFont typeface="Arial"/>
              <a:buChar char="•"/>
              <a:defRPr sz="2560" b="0" i="0" u="none" strike="noStrike" cap="none">
                <a:solidFill>
                  <a:schemeClr val="dk1"/>
                </a:solidFill>
                <a:latin typeface="Arial"/>
                <a:ea typeface="Arial"/>
                <a:cs typeface="Arial"/>
                <a:sym typeface="Arial"/>
              </a:defRPr>
            </a:lvl1pPr>
            <a:lvl2pPr marL="914400" marR="0" lvl="1" indent="-391160" algn="l" rtl="0">
              <a:spcBef>
                <a:spcPts val="512"/>
              </a:spcBef>
              <a:spcAft>
                <a:spcPts val="0"/>
              </a:spcAft>
              <a:buClr>
                <a:schemeClr val="dk1"/>
              </a:buClr>
              <a:buSzPts val="2560"/>
              <a:buFont typeface="Arial"/>
              <a:buChar char="–"/>
              <a:defRPr sz="2560" b="0" i="0" u="none" strike="noStrike" cap="none">
                <a:solidFill>
                  <a:schemeClr val="dk1"/>
                </a:solidFill>
                <a:latin typeface="Arial"/>
                <a:ea typeface="Arial"/>
                <a:cs typeface="Arial"/>
                <a:sym typeface="Arial"/>
              </a:defRPr>
            </a:lvl2pPr>
            <a:lvl3pPr marL="1371600" marR="0" lvl="2" indent="-364045" algn="l" rtl="0">
              <a:spcBef>
                <a:spcPts val="427"/>
              </a:spcBef>
              <a:spcAft>
                <a:spcPts val="0"/>
              </a:spcAft>
              <a:buClr>
                <a:schemeClr val="dk1"/>
              </a:buClr>
              <a:buSzPts val="2133"/>
              <a:buFont typeface="Arial"/>
              <a:buChar char="•"/>
              <a:defRPr sz="2133" b="0" i="0" u="none" strike="noStrike" cap="none">
                <a:solidFill>
                  <a:schemeClr val="dk1"/>
                </a:solidFill>
                <a:latin typeface="Arial"/>
                <a:ea typeface="Arial"/>
                <a:cs typeface="Arial"/>
                <a:sym typeface="Arial"/>
              </a:defRPr>
            </a:lvl3pPr>
            <a:lvl4pPr marL="1828800" marR="0" lvl="3" indent="-336994" algn="l" rtl="0">
              <a:spcBef>
                <a:spcPts val="341"/>
              </a:spcBef>
              <a:spcAft>
                <a:spcPts val="0"/>
              </a:spcAft>
              <a:buClr>
                <a:schemeClr val="dk1"/>
              </a:buClr>
              <a:buSzPts val="1707"/>
              <a:buFont typeface="Arial"/>
              <a:buChar char="–"/>
              <a:defRPr sz="1707" b="0" i="0" u="none" strike="noStrike" cap="none">
                <a:solidFill>
                  <a:schemeClr val="dk1"/>
                </a:solidFill>
                <a:latin typeface="Arial"/>
                <a:ea typeface="Arial"/>
                <a:cs typeface="Arial"/>
                <a:sym typeface="Arial"/>
              </a:defRPr>
            </a:lvl4pPr>
            <a:lvl5pPr marL="2286000" marR="0" lvl="4" indent="-336994" algn="l" rtl="0">
              <a:spcBef>
                <a:spcPts val="341"/>
              </a:spcBef>
              <a:spcAft>
                <a:spcPts val="0"/>
              </a:spcAft>
              <a:buClr>
                <a:schemeClr val="dk1"/>
              </a:buClr>
              <a:buSzPts val="1707"/>
              <a:buFont typeface="Arial"/>
              <a:buChar char="»"/>
              <a:defRPr sz="1707" b="0" i="0" u="none" strike="noStrike" cap="none">
                <a:solidFill>
                  <a:schemeClr val="dk1"/>
                </a:solidFill>
                <a:latin typeface="Arial"/>
                <a:ea typeface="Arial"/>
                <a:cs typeface="Arial"/>
                <a:sym typeface="Arial"/>
              </a:defRPr>
            </a:lvl5pPr>
            <a:lvl6pPr marL="2743200" marR="0" lvl="5" indent="-336994" algn="l" rtl="0">
              <a:spcBef>
                <a:spcPts val="341"/>
              </a:spcBef>
              <a:spcAft>
                <a:spcPts val="0"/>
              </a:spcAft>
              <a:buClr>
                <a:schemeClr val="dk1"/>
              </a:buClr>
              <a:buSzPts val="1707"/>
              <a:buFont typeface="Arial"/>
              <a:buChar char="»"/>
              <a:defRPr sz="1707" b="0" i="0" u="none" strike="noStrike" cap="none">
                <a:solidFill>
                  <a:schemeClr val="dk1"/>
                </a:solidFill>
                <a:latin typeface="Arial"/>
                <a:ea typeface="Arial"/>
                <a:cs typeface="Arial"/>
                <a:sym typeface="Arial"/>
              </a:defRPr>
            </a:lvl6pPr>
            <a:lvl7pPr marL="3200400" marR="0" lvl="6" indent="-336994" algn="l" rtl="0">
              <a:spcBef>
                <a:spcPts val="341"/>
              </a:spcBef>
              <a:spcAft>
                <a:spcPts val="0"/>
              </a:spcAft>
              <a:buClr>
                <a:schemeClr val="dk1"/>
              </a:buClr>
              <a:buSzPts val="1707"/>
              <a:buFont typeface="Arial"/>
              <a:buChar char="»"/>
              <a:defRPr sz="1707" b="0" i="0" u="none" strike="noStrike" cap="none">
                <a:solidFill>
                  <a:schemeClr val="dk1"/>
                </a:solidFill>
                <a:latin typeface="Arial"/>
                <a:ea typeface="Arial"/>
                <a:cs typeface="Arial"/>
                <a:sym typeface="Arial"/>
              </a:defRPr>
            </a:lvl7pPr>
            <a:lvl8pPr marL="3657600" marR="0" lvl="7" indent="-336994" algn="l" rtl="0">
              <a:spcBef>
                <a:spcPts val="341"/>
              </a:spcBef>
              <a:spcAft>
                <a:spcPts val="0"/>
              </a:spcAft>
              <a:buClr>
                <a:schemeClr val="dk1"/>
              </a:buClr>
              <a:buSzPts val="1707"/>
              <a:buFont typeface="Arial"/>
              <a:buChar char="»"/>
              <a:defRPr sz="1707" b="0" i="0" u="none" strike="noStrike" cap="none">
                <a:solidFill>
                  <a:schemeClr val="dk1"/>
                </a:solidFill>
                <a:latin typeface="Arial"/>
                <a:ea typeface="Arial"/>
                <a:cs typeface="Arial"/>
                <a:sym typeface="Arial"/>
              </a:defRPr>
            </a:lvl8pPr>
            <a:lvl9pPr marL="4114800" marR="0" lvl="8" indent="-336994" algn="l" rtl="0">
              <a:spcBef>
                <a:spcPts val="341"/>
              </a:spcBef>
              <a:spcAft>
                <a:spcPts val="0"/>
              </a:spcAft>
              <a:buClr>
                <a:schemeClr val="dk1"/>
              </a:buClr>
              <a:buSzPts val="1707"/>
              <a:buFont typeface="Arial"/>
              <a:buChar char="»"/>
              <a:defRPr sz="1707" b="0" i="0" u="none" strike="noStrike" cap="none">
                <a:solidFill>
                  <a:schemeClr val="dk1"/>
                </a:solidFill>
                <a:latin typeface="Arial"/>
                <a:ea typeface="Arial"/>
                <a:cs typeface="Arial"/>
                <a:sym typeface="Arial"/>
              </a:defRPr>
            </a:lvl9pPr>
          </a:lstStyle>
          <a:p>
            <a:endParaRPr/>
          </a:p>
        </p:txBody>
      </p:sp>
      <p:sp>
        <p:nvSpPr>
          <p:cNvPr id="16" name="Google Shape;16;p2"/>
          <p:cNvSpPr/>
          <p:nvPr/>
        </p:nvSpPr>
        <p:spPr>
          <a:xfrm>
            <a:off x="0" y="0"/>
            <a:ext cx="43891199" cy="32918401"/>
          </a:xfrm>
          <a:prstGeom prst="rect">
            <a:avLst/>
          </a:prstGeom>
          <a:noFill/>
          <a:ln w="9525" cap="flat" cmpd="sng">
            <a:solidFill>
              <a:schemeClr val="dk2"/>
            </a:solidFill>
            <a:prstDash val="solid"/>
            <a:miter lim="800000"/>
            <a:headEnd type="none" w="sm" len="sm"/>
            <a:tailEnd type="none" w="sm" len="sm"/>
          </a:ln>
        </p:spPr>
        <p:txBody>
          <a:bodyPr spcFirstLastPara="1" wrap="square" lIns="81275" tIns="40625" rIns="81275" bIns="40625" anchor="ctr" anchorCtr="0">
            <a:noAutofit/>
          </a:bodyPr>
          <a:lstStyle/>
          <a:p>
            <a:pPr marL="0" marR="0" lvl="0" indent="0" algn="l" rtl="0">
              <a:spcBef>
                <a:spcPts val="0"/>
              </a:spcBef>
              <a:spcAft>
                <a:spcPts val="0"/>
              </a:spcAft>
              <a:buNone/>
            </a:pPr>
            <a:endParaRPr sz="2195" b="0" i="0" u="none" strike="noStrike" cap="none">
              <a:solidFill>
                <a:schemeClr val="dk1"/>
              </a:solidFill>
              <a:latin typeface="Arial Narrow"/>
              <a:ea typeface="Arial Narrow"/>
              <a:cs typeface="Arial Narrow"/>
              <a:sym typeface="Arial Narrow"/>
            </a:endParaRPr>
          </a:p>
        </p:txBody>
      </p:sp>
      <p:sp>
        <p:nvSpPr>
          <p:cNvPr id="17" name="Google Shape;17;p2"/>
          <p:cNvSpPr/>
          <p:nvPr/>
        </p:nvSpPr>
        <p:spPr>
          <a:xfrm>
            <a:off x="11490960" y="5638800"/>
            <a:ext cx="9982200" cy="26563319"/>
          </a:xfrm>
          <a:prstGeom prst="rect">
            <a:avLst/>
          </a:prstGeom>
          <a:solidFill>
            <a:srgbClr val="FFFFFF"/>
          </a:solidFill>
          <a:ln w="9525" cap="flat" cmpd="sng">
            <a:solidFill>
              <a:schemeClr val="dk1"/>
            </a:solidFill>
            <a:prstDash val="solid"/>
            <a:miter lim="800000"/>
            <a:headEnd type="none" w="sm" len="sm"/>
            <a:tailEnd type="none" w="sm" len="sm"/>
          </a:ln>
        </p:spPr>
        <p:txBody>
          <a:bodyPr spcFirstLastPara="1" wrap="square" lIns="81275" tIns="40625" rIns="81275" bIns="40625" anchor="ctr" anchorCtr="0">
            <a:noAutofit/>
          </a:bodyPr>
          <a:lstStyle/>
          <a:p>
            <a:pPr marL="0" marR="0" lvl="0" indent="0" algn="l" rtl="0">
              <a:spcBef>
                <a:spcPts val="0"/>
              </a:spcBef>
              <a:spcAft>
                <a:spcPts val="0"/>
              </a:spcAft>
              <a:buNone/>
            </a:pPr>
            <a:endParaRPr sz="2195" b="0" i="0" u="none" strike="noStrike" cap="none">
              <a:solidFill>
                <a:schemeClr val="dk1"/>
              </a:solidFill>
              <a:latin typeface="Arial Narrow"/>
              <a:ea typeface="Arial Narrow"/>
              <a:cs typeface="Arial Narrow"/>
              <a:sym typeface="Arial Narrow"/>
            </a:endParaRPr>
          </a:p>
        </p:txBody>
      </p:sp>
      <p:sp>
        <p:nvSpPr>
          <p:cNvPr id="18" name="Google Shape;18;p2"/>
          <p:cNvSpPr/>
          <p:nvPr/>
        </p:nvSpPr>
        <p:spPr>
          <a:xfrm>
            <a:off x="22273259" y="5638800"/>
            <a:ext cx="9982200" cy="26563319"/>
          </a:xfrm>
          <a:prstGeom prst="rect">
            <a:avLst/>
          </a:prstGeom>
          <a:solidFill>
            <a:srgbClr val="FFFFFF"/>
          </a:solidFill>
          <a:ln w="9525" cap="flat" cmpd="sng">
            <a:solidFill>
              <a:schemeClr val="dk1"/>
            </a:solidFill>
            <a:prstDash val="solid"/>
            <a:miter lim="800000"/>
            <a:headEnd type="none" w="sm" len="sm"/>
            <a:tailEnd type="none" w="sm" len="sm"/>
          </a:ln>
        </p:spPr>
        <p:txBody>
          <a:bodyPr spcFirstLastPara="1" wrap="square" lIns="81275" tIns="40625" rIns="81275" bIns="40625" anchor="ctr" anchorCtr="0">
            <a:noAutofit/>
          </a:bodyPr>
          <a:lstStyle/>
          <a:p>
            <a:pPr marL="0" marR="0" lvl="0" indent="0" algn="l" rtl="0">
              <a:spcBef>
                <a:spcPts val="0"/>
              </a:spcBef>
              <a:spcAft>
                <a:spcPts val="0"/>
              </a:spcAft>
              <a:buNone/>
            </a:pPr>
            <a:endParaRPr sz="2195" b="0" i="0" u="none" strike="noStrike" cap="none">
              <a:solidFill>
                <a:schemeClr val="dk1"/>
              </a:solidFill>
              <a:latin typeface="Arial Narrow"/>
              <a:ea typeface="Arial Narrow"/>
              <a:cs typeface="Arial Narrow"/>
              <a:sym typeface="Arial Narrow"/>
            </a:endParaRPr>
          </a:p>
        </p:txBody>
      </p:sp>
      <p:sp>
        <p:nvSpPr>
          <p:cNvPr id="19" name="Google Shape;19;p2"/>
          <p:cNvSpPr/>
          <p:nvPr/>
        </p:nvSpPr>
        <p:spPr>
          <a:xfrm>
            <a:off x="33078419" y="5638800"/>
            <a:ext cx="9982200" cy="26563319"/>
          </a:xfrm>
          <a:prstGeom prst="rect">
            <a:avLst/>
          </a:prstGeom>
          <a:solidFill>
            <a:srgbClr val="FFFFFF"/>
          </a:solidFill>
          <a:ln w="9525" cap="flat" cmpd="sng">
            <a:solidFill>
              <a:schemeClr val="dk1"/>
            </a:solidFill>
            <a:prstDash val="solid"/>
            <a:miter lim="800000"/>
            <a:headEnd type="none" w="sm" len="sm"/>
            <a:tailEnd type="none" w="sm" len="sm"/>
          </a:ln>
        </p:spPr>
        <p:txBody>
          <a:bodyPr spcFirstLastPara="1" wrap="square" lIns="81275" tIns="40625" rIns="81275" bIns="40625" anchor="ctr" anchorCtr="0">
            <a:noAutofit/>
          </a:bodyPr>
          <a:lstStyle/>
          <a:p>
            <a:pPr marL="0" marR="0" lvl="0" indent="0" algn="l" rtl="0">
              <a:spcBef>
                <a:spcPts val="0"/>
              </a:spcBef>
              <a:spcAft>
                <a:spcPts val="0"/>
              </a:spcAft>
              <a:buNone/>
            </a:pPr>
            <a:endParaRPr sz="2195" b="0" i="0" u="none" strike="noStrike" cap="none">
              <a:solidFill>
                <a:schemeClr val="dk1"/>
              </a:solidFill>
              <a:latin typeface="Arial Narrow"/>
              <a:ea typeface="Arial Narrow"/>
              <a:cs typeface="Arial Narrow"/>
              <a:sym typeface="Arial Narrow"/>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6"/>
        <p:cNvGrpSpPr/>
        <p:nvPr/>
      </p:nvGrpSpPr>
      <p:grpSpPr>
        <a:xfrm>
          <a:off x="0" y="0"/>
          <a:ext cx="0" cy="0"/>
          <a:chOff x="0" y="0"/>
          <a:chExt cx="0" cy="0"/>
        </a:xfrm>
      </p:grpSpPr>
      <p:sp>
        <p:nvSpPr>
          <p:cNvPr id="57" name="Google Shape;57;p14"/>
          <p:cNvSpPr/>
          <p:nvPr/>
        </p:nvSpPr>
        <p:spPr>
          <a:xfrm>
            <a:off x="0" y="0"/>
            <a:ext cx="43891199" cy="480060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81275" tIns="40625" rIns="81275" bIns="40625" anchor="ctr" anchorCtr="0">
            <a:noAutofit/>
          </a:bodyPr>
          <a:lstStyle/>
          <a:p>
            <a:pPr marL="0" marR="0" lvl="0" indent="0" algn="l" rtl="0">
              <a:spcBef>
                <a:spcPts val="0"/>
              </a:spcBef>
              <a:spcAft>
                <a:spcPts val="0"/>
              </a:spcAft>
              <a:buNone/>
            </a:pPr>
            <a:endParaRPr sz="2195">
              <a:solidFill>
                <a:schemeClr val="dk1"/>
              </a:solidFill>
              <a:latin typeface="Arial Narrow"/>
              <a:ea typeface="Arial Narrow"/>
              <a:cs typeface="Arial Narrow"/>
              <a:sym typeface="Arial Narrow"/>
            </a:endParaRPr>
          </a:p>
        </p:txBody>
      </p:sp>
      <p:sp>
        <p:nvSpPr>
          <p:cNvPr id="58" name="Google Shape;58;p14"/>
          <p:cNvSpPr/>
          <p:nvPr/>
        </p:nvSpPr>
        <p:spPr>
          <a:xfrm>
            <a:off x="693421" y="5638800"/>
            <a:ext cx="9974580" cy="26563319"/>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81275" tIns="40625" rIns="81275" bIns="40625" anchor="ctr" anchorCtr="0">
            <a:noAutofit/>
          </a:bodyPr>
          <a:lstStyle/>
          <a:p>
            <a:pPr marL="0" marR="0" lvl="0" indent="0" algn="l" rtl="0">
              <a:spcBef>
                <a:spcPts val="0"/>
              </a:spcBef>
              <a:spcAft>
                <a:spcPts val="0"/>
              </a:spcAft>
              <a:buNone/>
            </a:pPr>
            <a:endParaRPr sz="2195">
              <a:solidFill>
                <a:schemeClr val="dk1"/>
              </a:solidFill>
              <a:latin typeface="Arial Narrow"/>
              <a:ea typeface="Arial Narrow"/>
              <a:cs typeface="Arial Narrow"/>
              <a:sym typeface="Arial Narrow"/>
            </a:endParaRPr>
          </a:p>
        </p:txBody>
      </p:sp>
      <p:sp>
        <p:nvSpPr>
          <p:cNvPr id="59" name="Google Shape;59;p14"/>
          <p:cNvSpPr/>
          <p:nvPr/>
        </p:nvSpPr>
        <p:spPr>
          <a:xfrm>
            <a:off x="0" y="4800600"/>
            <a:ext cx="43891199" cy="129540"/>
          </a:xfrm>
          <a:prstGeom prst="rect">
            <a:avLst/>
          </a:prstGeom>
          <a:solidFill>
            <a:srgbClr val="660000"/>
          </a:solidFill>
          <a:ln>
            <a:noFill/>
          </a:ln>
        </p:spPr>
        <p:txBody>
          <a:bodyPr spcFirstLastPara="1" wrap="square" lIns="81275" tIns="40625" rIns="81275" bIns="40625" anchor="ctr" anchorCtr="0">
            <a:noAutofit/>
          </a:bodyPr>
          <a:lstStyle/>
          <a:p>
            <a:pPr marL="0" marR="0" lvl="0" indent="0" algn="l" rtl="0">
              <a:spcBef>
                <a:spcPts val="0"/>
              </a:spcBef>
              <a:spcAft>
                <a:spcPts val="0"/>
              </a:spcAft>
              <a:buNone/>
            </a:pPr>
            <a:endParaRPr sz="2195">
              <a:solidFill>
                <a:schemeClr val="dk1"/>
              </a:solidFill>
              <a:latin typeface="Arial Narrow"/>
              <a:ea typeface="Arial Narrow"/>
              <a:cs typeface="Arial Narrow"/>
              <a:sym typeface="Arial Narrow"/>
            </a:endParaRPr>
          </a:p>
        </p:txBody>
      </p:sp>
      <p:sp>
        <p:nvSpPr>
          <p:cNvPr id="60" name="Google Shape;60;p14"/>
          <p:cNvSpPr txBox="1"/>
          <p:nvPr/>
        </p:nvSpPr>
        <p:spPr>
          <a:xfrm>
            <a:off x="609600" y="32445963"/>
            <a:ext cx="2514600" cy="275603"/>
          </a:xfrm>
          <a:prstGeom prst="rect">
            <a:avLst/>
          </a:prstGeom>
          <a:noFill/>
          <a:ln>
            <a:noFill/>
          </a:ln>
        </p:spPr>
        <p:txBody>
          <a:bodyPr spcFirstLastPara="1" wrap="square" lIns="81100" tIns="40550" rIns="81100" bIns="40550" anchor="t" anchorCtr="0">
            <a:spAutoFit/>
          </a:bodyPr>
          <a:lstStyle/>
          <a:p>
            <a:pPr marL="0" marR="0" lvl="0" indent="0" algn="l" rtl="0">
              <a:lnSpc>
                <a:spcPct val="65000"/>
              </a:lnSpc>
              <a:spcBef>
                <a:spcPts val="0"/>
              </a:spcBef>
              <a:spcAft>
                <a:spcPts val="0"/>
              </a:spcAft>
              <a:buNone/>
            </a:pPr>
            <a:r>
              <a:rPr lang="en-US" sz="427" b="1">
                <a:solidFill>
                  <a:schemeClr val="lt2"/>
                </a:solidFill>
                <a:latin typeface="Arial"/>
                <a:ea typeface="Arial"/>
                <a:cs typeface="Arial"/>
                <a:sym typeface="Arial"/>
              </a:rPr>
              <a:t>POSTER TEMPLATE BY:</a:t>
            </a:r>
            <a:endParaRPr/>
          </a:p>
          <a:p>
            <a:pPr marL="0" marR="0" lvl="0" indent="0" algn="l" rtl="0">
              <a:lnSpc>
                <a:spcPct val="65000"/>
              </a:lnSpc>
              <a:spcBef>
                <a:spcPts val="427"/>
              </a:spcBef>
              <a:spcAft>
                <a:spcPts val="0"/>
              </a:spcAft>
              <a:buNone/>
            </a:pPr>
            <a:r>
              <a:rPr lang="en-US" sz="853" b="1">
                <a:solidFill>
                  <a:schemeClr val="lt2"/>
                </a:solidFill>
                <a:latin typeface="Arial"/>
                <a:ea typeface="Arial"/>
                <a:cs typeface="Arial"/>
                <a:sym typeface="Arial"/>
              </a:rPr>
              <a:t>www.PosterPresentations.com</a:t>
            </a:r>
            <a:endParaRPr/>
          </a:p>
        </p:txBody>
      </p:sp>
      <p:sp>
        <p:nvSpPr>
          <p:cNvPr id="61" name="Google Shape;61;p14"/>
          <p:cNvSpPr txBox="1">
            <a:spLocks noGrp="1"/>
          </p:cNvSpPr>
          <p:nvPr>
            <p:ph type="title"/>
          </p:nvPr>
        </p:nvSpPr>
        <p:spPr>
          <a:xfrm>
            <a:off x="960120" y="1272540"/>
            <a:ext cx="41925239" cy="2202180"/>
          </a:xfrm>
          <a:prstGeom prst="rect">
            <a:avLst/>
          </a:prstGeom>
          <a:noFill/>
          <a:ln>
            <a:noFill/>
          </a:ln>
        </p:spPr>
        <p:txBody>
          <a:bodyPr spcFirstLastPara="1" wrap="square" lIns="76050" tIns="38000" rIns="76050" bIns="38000" anchor="ctr" anchorCtr="0">
            <a:noAutofit/>
          </a:bodyPr>
          <a:lstStyle>
            <a:lvl1pPr marR="0" lvl="0" algn="ctr" rtl="0">
              <a:spcBef>
                <a:spcPts val="0"/>
              </a:spcBef>
              <a:spcAft>
                <a:spcPts val="0"/>
              </a:spcAft>
              <a:buSzPts val="1400"/>
              <a:buNone/>
              <a:defRPr sz="7680" b="0" i="0" u="none" strike="noStrike" cap="none">
                <a:solidFill>
                  <a:schemeClr val="dk2"/>
                </a:solidFill>
                <a:latin typeface="Arial Black"/>
                <a:ea typeface="Arial Black"/>
                <a:cs typeface="Arial Black"/>
                <a:sym typeface="Arial Black"/>
              </a:defRPr>
            </a:lvl1pPr>
            <a:lvl2pPr marR="0" lvl="1" algn="ctr" rtl="0">
              <a:spcBef>
                <a:spcPts val="0"/>
              </a:spcBef>
              <a:spcAft>
                <a:spcPts val="0"/>
              </a:spcAft>
              <a:buSzPts val="1400"/>
              <a:buNone/>
              <a:defRPr sz="7680" b="0" i="0" u="none" strike="noStrike" cap="none">
                <a:solidFill>
                  <a:schemeClr val="dk2"/>
                </a:solidFill>
                <a:latin typeface="Arial Black"/>
                <a:ea typeface="Arial Black"/>
                <a:cs typeface="Arial Black"/>
                <a:sym typeface="Arial Black"/>
              </a:defRPr>
            </a:lvl2pPr>
            <a:lvl3pPr marR="0" lvl="2" algn="ctr" rtl="0">
              <a:spcBef>
                <a:spcPts val="0"/>
              </a:spcBef>
              <a:spcAft>
                <a:spcPts val="0"/>
              </a:spcAft>
              <a:buSzPts val="1400"/>
              <a:buNone/>
              <a:defRPr sz="7680" b="0" i="0" u="none" strike="noStrike" cap="none">
                <a:solidFill>
                  <a:schemeClr val="dk2"/>
                </a:solidFill>
                <a:latin typeface="Arial Black"/>
                <a:ea typeface="Arial Black"/>
                <a:cs typeface="Arial Black"/>
                <a:sym typeface="Arial Black"/>
              </a:defRPr>
            </a:lvl3pPr>
            <a:lvl4pPr marR="0" lvl="3" algn="ctr" rtl="0">
              <a:spcBef>
                <a:spcPts val="0"/>
              </a:spcBef>
              <a:spcAft>
                <a:spcPts val="0"/>
              </a:spcAft>
              <a:buSzPts val="1400"/>
              <a:buNone/>
              <a:defRPr sz="7680" b="0" i="0" u="none" strike="noStrike" cap="none">
                <a:solidFill>
                  <a:schemeClr val="dk2"/>
                </a:solidFill>
                <a:latin typeface="Arial Black"/>
                <a:ea typeface="Arial Black"/>
                <a:cs typeface="Arial Black"/>
                <a:sym typeface="Arial Black"/>
              </a:defRPr>
            </a:lvl4pPr>
            <a:lvl5pPr marR="0" lvl="4" algn="ctr" rtl="0">
              <a:spcBef>
                <a:spcPts val="0"/>
              </a:spcBef>
              <a:spcAft>
                <a:spcPts val="0"/>
              </a:spcAft>
              <a:buSzPts val="1400"/>
              <a:buNone/>
              <a:defRPr sz="7680" b="0" i="0" u="none" strike="noStrike" cap="none">
                <a:solidFill>
                  <a:schemeClr val="dk2"/>
                </a:solidFill>
                <a:latin typeface="Arial Black"/>
                <a:ea typeface="Arial Black"/>
                <a:cs typeface="Arial Black"/>
                <a:sym typeface="Arial Black"/>
              </a:defRPr>
            </a:lvl5pPr>
            <a:lvl6pPr marR="0" lvl="5" algn="ctr" rtl="0">
              <a:spcBef>
                <a:spcPts val="0"/>
              </a:spcBef>
              <a:spcAft>
                <a:spcPts val="0"/>
              </a:spcAft>
              <a:buSzPts val="1400"/>
              <a:buNone/>
              <a:defRPr sz="7680" b="0" i="0" u="none" strike="noStrike" cap="none">
                <a:solidFill>
                  <a:schemeClr val="dk2"/>
                </a:solidFill>
                <a:latin typeface="Arial Black"/>
                <a:ea typeface="Arial Black"/>
                <a:cs typeface="Arial Black"/>
                <a:sym typeface="Arial Black"/>
              </a:defRPr>
            </a:lvl6pPr>
            <a:lvl7pPr marR="0" lvl="6" algn="ctr" rtl="0">
              <a:spcBef>
                <a:spcPts val="0"/>
              </a:spcBef>
              <a:spcAft>
                <a:spcPts val="0"/>
              </a:spcAft>
              <a:buSzPts val="1400"/>
              <a:buNone/>
              <a:defRPr sz="7680" b="0" i="0" u="none" strike="noStrike" cap="none">
                <a:solidFill>
                  <a:schemeClr val="dk2"/>
                </a:solidFill>
                <a:latin typeface="Arial Black"/>
                <a:ea typeface="Arial Black"/>
                <a:cs typeface="Arial Black"/>
                <a:sym typeface="Arial Black"/>
              </a:defRPr>
            </a:lvl7pPr>
            <a:lvl8pPr marR="0" lvl="7" algn="ctr" rtl="0">
              <a:spcBef>
                <a:spcPts val="0"/>
              </a:spcBef>
              <a:spcAft>
                <a:spcPts val="0"/>
              </a:spcAft>
              <a:buSzPts val="1400"/>
              <a:buNone/>
              <a:defRPr sz="7680" b="0" i="0" u="none" strike="noStrike" cap="none">
                <a:solidFill>
                  <a:schemeClr val="dk2"/>
                </a:solidFill>
                <a:latin typeface="Arial Black"/>
                <a:ea typeface="Arial Black"/>
                <a:cs typeface="Arial Black"/>
                <a:sym typeface="Arial Black"/>
              </a:defRPr>
            </a:lvl8pPr>
            <a:lvl9pPr marR="0" lvl="8" algn="ctr" rtl="0">
              <a:spcBef>
                <a:spcPts val="0"/>
              </a:spcBef>
              <a:spcAft>
                <a:spcPts val="0"/>
              </a:spcAft>
              <a:buSzPts val="1400"/>
              <a:buNone/>
              <a:defRPr sz="7680" b="0" i="0" u="none" strike="noStrike" cap="none">
                <a:solidFill>
                  <a:schemeClr val="dk2"/>
                </a:solidFill>
                <a:latin typeface="Arial Black"/>
                <a:ea typeface="Arial Black"/>
                <a:cs typeface="Arial Black"/>
                <a:sym typeface="Arial Black"/>
              </a:defRPr>
            </a:lvl9pPr>
          </a:lstStyle>
          <a:p>
            <a:endParaRPr/>
          </a:p>
        </p:txBody>
      </p:sp>
      <p:sp>
        <p:nvSpPr>
          <p:cNvPr id="62" name="Google Shape;62;p14"/>
          <p:cNvSpPr txBox="1">
            <a:spLocks noGrp="1"/>
          </p:cNvSpPr>
          <p:nvPr>
            <p:ph type="body" idx="1"/>
          </p:nvPr>
        </p:nvSpPr>
        <p:spPr>
          <a:xfrm>
            <a:off x="693421" y="5638800"/>
            <a:ext cx="9974580" cy="26563319"/>
          </a:xfrm>
          <a:prstGeom prst="rect">
            <a:avLst/>
          </a:prstGeom>
          <a:noFill/>
          <a:ln>
            <a:noFill/>
          </a:ln>
        </p:spPr>
        <p:txBody>
          <a:bodyPr spcFirstLastPara="1" wrap="square" lIns="380325" tIns="380325" rIns="380325" bIns="380325" anchor="t" anchorCtr="0">
            <a:noAutofit/>
          </a:bodyPr>
          <a:lstStyle>
            <a:lvl1pPr marL="457200" marR="0" lvl="0" indent="-391160" algn="l" rtl="0">
              <a:spcBef>
                <a:spcPts val="512"/>
              </a:spcBef>
              <a:spcAft>
                <a:spcPts val="0"/>
              </a:spcAft>
              <a:buClr>
                <a:schemeClr val="dk1"/>
              </a:buClr>
              <a:buSzPts val="2560"/>
              <a:buFont typeface="Arial"/>
              <a:buChar char="•"/>
              <a:defRPr sz="2560" b="0" i="0" u="none" strike="noStrike" cap="none">
                <a:solidFill>
                  <a:schemeClr val="dk1"/>
                </a:solidFill>
                <a:latin typeface="Arial"/>
                <a:ea typeface="Arial"/>
                <a:cs typeface="Arial"/>
                <a:sym typeface="Arial"/>
              </a:defRPr>
            </a:lvl1pPr>
            <a:lvl2pPr marL="914400" marR="0" lvl="1" indent="-391160" algn="l" rtl="0">
              <a:spcBef>
                <a:spcPts val="512"/>
              </a:spcBef>
              <a:spcAft>
                <a:spcPts val="0"/>
              </a:spcAft>
              <a:buClr>
                <a:schemeClr val="dk1"/>
              </a:buClr>
              <a:buSzPts val="2560"/>
              <a:buFont typeface="Arial"/>
              <a:buChar char="–"/>
              <a:defRPr sz="2560" b="0" i="0" u="none" strike="noStrike" cap="none">
                <a:solidFill>
                  <a:schemeClr val="dk1"/>
                </a:solidFill>
                <a:latin typeface="Arial"/>
                <a:ea typeface="Arial"/>
                <a:cs typeface="Arial"/>
                <a:sym typeface="Arial"/>
              </a:defRPr>
            </a:lvl2pPr>
            <a:lvl3pPr marL="1371600" marR="0" lvl="2" indent="-364045" algn="l" rtl="0">
              <a:spcBef>
                <a:spcPts val="427"/>
              </a:spcBef>
              <a:spcAft>
                <a:spcPts val="0"/>
              </a:spcAft>
              <a:buClr>
                <a:schemeClr val="dk1"/>
              </a:buClr>
              <a:buSzPts val="2133"/>
              <a:buFont typeface="Arial"/>
              <a:buChar char="•"/>
              <a:defRPr sz="2133" b="0" i="0" u="none" strike="noStrike" cap="none">
                <a:solidFill>
                  <a:schemeClr val="dk1"/>
                </a:solidFill>
                <a:latin typeface="Arial"/>
                <a:ea typeface="Arial"/>
                <a:cs typeface="Arial"/>
                <a:sym typeface="Arial"/>
              </a:defRPr>
            </a:lvl3pPr>
            <a:lvl4pPr marL="1828800" marR="0" lvl="3" indent="-336994" algn="l" rtl="0">
              <a:spcBef>
                <a:spcPts val="341"/>
              </a:spcBef>
              <a:spcAft>
                <a:spcPts val="0"/>
              </a:spcAft>
              <a:buClr>
                <a:schemeClr val="dk1"/>
              </a:buClr>
              <a:buSzPts val="1707"/>
              <a:buFont typeface="Arial"/>
              <a:buChar char="–"/>
              <a:defRPr sz="1707" b="0" i="0" u="none" strike="noStrike" cap="none">
                <a:solidFill>
                  <a:schemeClr val="dk1"/>
                </a:solidFill>
                <a:latin typeface="Arial"/>
                <a:ea typeface="Arial"/>
                <a:cs typeface="Arial"/>
                <a:sym typeface="Arial"/>
              </a:defRPr>
            </a:lvl4pPr>
            <a:lvl5pPr marL="2286000" marR="0" lvl="4" indent="-336994" algn="l" rtl="0">
              <a:spcBef>
                <a:spcPts val="341"/>
              </a:spcBef>
              <a:spcAft>
                <a:spcPts val="0"/>
              </a:spcAft>
              <a:buClr>
                <a:schemeClr val="dk1"/>
              </a:buClr>
              <a:buSzPts val="1707"/>
              <a:buFont typeface="Arial"/>
              <a:buChar char="»"/>
              <a:defRPr sz="1707" b="0" i="0" u="none" strike="noStrike" cap="none">
                <a:solidFill>
                  <a:schemeClr val="dk1"/>
                </a:solidFill>
                <a:latin typeface="Arial"/>
                <a:ea typeface="Arial"/>
                <a:cs typeface="Arial"/>
                <a:sym typeface="Arial"/>
              </a:defRPr>
            </a:lvl5pPr>
            <a:lvl6pPr marL="2743200" marR="0" lvl="5" indent="-336994" algn="l" rtl="0">
              <a:spcBef>
                <a:spcPts val="341"/>
              </a:spcBef>
              <a:spcAft>
                <a:spcPts val="0"/>
              </a:spcAft>
              <a:buClr>
                <a:schemeClr val="dk1"/>
              </a:buClr>
              <a:buSzPts val="1707"/>
              <a:buFont typeface="Arial"/>
              <a:buChar char="»"/>
              <a:defRPr sz="1707" b="0" i="0" u="none" strike="noStrike" cap="none">
                <a:solidFill>
                  <a:schemeClr val="dk1"/>
                </a:solidFill>
                <a:latin typeface="Arial"/>
                <a:ea typeface="Arial"/>
                <a:cs typeface="Arial"/>
                <a:sym typeface="Arial"/>
              </a:defRPr>
            </a:lvl6pPr>
            <a:lvl7pPr marL="3200400" marR="0" lvl="6" indent="-336994" algn="l" rtl="0">
              <a:spcBef>
                <a:spcPts val="341"/>
              </a:spcBef>
              <a:spcAft>
                <a:spcPts val="0"/>
              </a:spcAft>
              <a:buClr>
                <a:schemeClr val="dk1"/>
              </a:buClr>
              <a:buSzPts val="1707"/>
              <a:buFont typeface="Arial"/>
              <a:buChar char="»"/>
              <a:defRPr sz="1707" b="0" i="0" u="none" strike="noStrike" cap="none">
                <a:solidFill>
                  <a:schemeClr val="dk1"/>
                </a:solidFill>
                <a:latin typeface="Arial"/>
                <a:ea typeface="Arial"/>
                <a:cs typeface="Arial"/>
                <a:sym typeface="Arial"/>
              </a:defRPr>
            </a:lvl7pPr>
            <a:lvl8pPr marL="3657600" marR="0" lvl="7" indent="-336994" algn="l" rtl="0">
              <a:spcBef>
                <a:spcPts val="341"/>
              </a:spcBef>
              <a:spcAft>
                <a:spcPts val="0"/>
              </a:spcAft>
              <a:buClr>
                <a:schemeClr val="dk1"/>
              </a:buClr>
              <a:buSzPts val="1707"/>
              <a:buFont typeface="Arial"/>
              <a:buChar char="»"/>
              <a:defRPr sz="1707" b="0" i="0" u="none" strike="noStrike" cap="none">
                <a:solidFill>
                  <a:schemeClr val="dk1"/>
                </a:solidFill>
                <a:latin typeface="Arial"/>
                <a:ea typeface="Arial"/>
                <a:cs typeface="Arial"/>
                <a:sym typeface="Arial"/>
              </a:defRPr>
            </a:lvl8pPr>
            <a:lvl9pPr marL="4114800" marR="0" lvl="8" indent="-336994" algn="l" rtl="0">
              <a:spcBef>
                <a:spcPts val="341"/>
              </a:spcBef>
              <a:spcAft>
                <a:spcPts val="0"/>
              </a:spcAft>
              <a:buClr>
                <a:schemeClr val="dk1"/>
              </a:buClr>
              <a:buSzPts val="1707"/>
              <a:buFont typeface="Arial"/>
              <a:buChar char="»"/>
              <a:defRPr sz="1707" b="0" i="0" u="none" strike="noStrike" cap="none">
                <a:solidFill>
                  <a:schemeClr val="dk1"/>
                </a:solidFill>
                <a:latin typeface="Arial"/>
                <a:ea typeface="Arial"/>
                <a:cs typeface="Arial"/>
                <a:sym typeface="Arial"/>
              </a:defRPr>
            </a:lvl9pPr>
          </a:lstStyle>
          <a:p>
            <a:endParaRPr/>
          </a:p>
        </p:txBody>
      </p:sp>
      <p:sp>
        <p:nvSpPr>
          <p:cNvPr id="63" name="Google Shape;63;p14"/>
          <p:cNvSpPr/>
          <p:nvPr/>
        </p:nvSpPr>
        <p:spPr>
          <a:xfrm>
            <a:off x="0" y="0"/>
            <a:ext cx="43891199" cy="32918401"/>
          </a:xfrm>
          <a:prstGeom prst="rect">
            <a:avLst/>
          </a:prstGeom>
          <a:noFill/>
          <a:ln w="9525" cap="flat" cmpd="sng">
            <a:solidFill>
              <a:schemeClr val="dk2"/>
            </a:solidFill>
            <a:prstDash val="solid"/>
            <a:miter lim="800000"/>
            <a:headEnd type="none" w="sm" len="sm"/>
            <a:tailEnd type="none" w="sm" len="sm"/>
          </a:ln>
        </p:spPr>
        <p:txBody>
          <a:bodyPr spcFirstLastPara="1" wrap="square" lIns="81275" tIns="40625" rIns="81275" bIns="40625" anchor="ctr" anchorCtr="0">
            <a:noAutofit/>
          </a:bodyPr>
          <a:lstStyle/>
          <a:p>
            <a:pPr marL="0" marR="0" lvl="0" indent="0" algn="l" rtl="0">
              <a:spcBef>
                <a:spcPts val="0"/>
              </a:spcBef>
              <a:spcAft>
                <a:spcPts val="0"/>
              </a:spcAft>
              <a:buNone/>
            </a:pPr>
            <a:endParaRPr sz="2195">
              <a:solidFill>
                <a:schemeClr val="dk1"/>
              </a:solidFill>
              <a:latin typeface="Arial Narrow"/>
              <a:ea typeface="Arial Narrow"/>
              <a:cs typeface="Arial Narrow"/>
              <a:sym typeface="Arial Narrow"/>
            </a:endParaRPr>
          </a:p>
        </p:txBody>
      </p:sp>
      <p:sp>
        <p:nvSpPr>
          <p:cNvPr id="64" name="Google Shape;64;p14"/>
          <p:cNvSpPr/>
          <p:nvPr/>
        </p:nvSpPr>
        <p:spPr>
          <a:xfrm>
            <a:off x="11490961" y="5638800"/>
            <a:ext cx="20764501" cy="26563319"/>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81275" tIns="40625" rIns="81275" bIns="40625" anchor="ctr" anchorCtr="0">
            <a:noAutofit/>
          </a:bodyPr>
          <a:lstStyle/>
          <a:p>
            <a:pPr marL="0" marR="0" lvl="0" indent="0" algn="l" rtl="0">
              <a:spcBef>
                <a:spcPts val="0"/>
              </a:spcBef>
              <a:spcAft>
                <a:spcPts val="0"/>
              </a:spcAft>
              <a:buNone/>
            </a:pPr>
            <a:endParaRPr sz="2195">
              <a:solidFill>
                <a:schemeClr val="dk1"/>
              </a:solidFill>
              <a:latin typeface="Arial Narrow"/>
              <a:ea typeface="Arial Narrow"/>
              <a:cs typeface="Arial Narrow"/>
              <a:sym typeface="Arial Narrow"/>
            </a:endParaRPr>
          </a:p>
        </p:txBody>
      </p:sp>
      <p:sp>
        <p:nvSpPr>
          <p:cNvPr id="65" name="Google Shape;65;p14"/>
          <p:cNvSpPr/>
          <p:nvPr/>
        </p:nvSpPr>
        <p:spPr>
          <a:xfrm>
            <a:off x="33078419" y="5638800"/>
            <a:ext cx="9982200" cy="26563319"/>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81275" tIns="40625" rIns="81275" bIns="40625" anchor="ctr" anchorCtr="0">
            <a:noAutofit/>
          </a:bodyPr>
          <a:lstStyle/>
          <a:p>
            <a:pPr marL="0" marR="0" lvl="0" indent="0" algn="l" rtl="0">
              <a:spcBef>
                <a:spcPts val="0"/>
              </a:spcBef>
              <a:spcAft>
                <a:spcPts val="0"/>
              </a:spcAft>
              <a:buNone/>
            </a:pPr>
            <a:endParaRPr sz="2195">
              <a:solidFill>
                <a:schemeClr val="dk1"/>
              </a:solidFill>
              <a:latin typeface="Arial Narrow"/>
              <a:ea typeface="Arial Narrow"/>
              <a:cs typeface="Arial Narrow"/>
              <a:sym typeface="Arial Narrow"/>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2"/>
        <p:cNvGrpSpPr/>
        <p:nvPr/>
      </p:nvGrpSpPr>
      <p:grpSpPr>
        <a:xfrm>
          <a:off x="0" y="0"/>
          <a:ext cx="0" cy="0"/>
          <a:chOff x="0" y="0"/>
          <a:chExt cx="0" cy="0"/>
        </a:xfrm>
      </p:grpSpPr>
      <p:sp>
        <p:nvSpPr>
          <p:cNvPr id="103" name="Google Shape;103;p26"/>
          <p:cNvSpPr/>
          <p:nvPr/>
        </p:nvSpPr>
        <p:spPr>
          <a:xfrm>
            <a:off x="0" y="0"/>
            <a:ext cx="43891199" cy="4800600"/>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81275" tIns="40625" rIns="81275" bIns="40625" anchor="ctr" anchorCtr="0">
            <a:noAutofit/>
          </a:bodyPr>
          <a:lstStyle/>
          <a:p>
            <a:pPr marL="0" marR="0" lvl="0" indent="0" algn="l" rtl="0">
              <a:spcBef>
                <a:spcPts val="0"/>
              </a:spcBef>
              <a:spcAft>
                <a:spcPts val="0"/>
              </a:spcAft>
              <a:buNone/>
            </a:pPr>
            <a:endParaRPr sz="2195">
              <a:solidFill>
                <a:schemeClr val="dk1"/>
              </a:solidFill>
              <a:latin typeface="Arial Narrow"/>
              <a:ea typeface="Arial Narrow"/>
              <a:cs typeface="Arial Narrow"/>
              <a:sym typeface="Arial Narrow"/>
            </a:endParaRPr>
          </a:p>
        </p:txBody>
      </p:sp>
      <p:sp>
        <p:nvSpPr>
          <p:cNvPr id="104" name="Google Shape;104;p26"/>
          <p:cNvSpPr/>
          <p:nvPr/>
        </p:nvSpPr>
        <p:spPr>
          <a:xfrm>
            <a:off x="693420" y="5638800"/>
            <a:ext cx="42367201" cy="26563319"/>
          </a:xfrm>
          <a:prstGeom prst="rect">
            <a:avLst/>
          </a:prstGeom>
          <a:solidFill>
            <a:schemeClr val="accent1"/>
          </a:solidFill>
          <a:ln w="9525" cap="flat" cmpd="sng">
            <a:solidFill>
              <a:schemeClr val="dk1"/>
            </a:solidFill>
            <a:prstDash val="solid"/>
            <a:miter lim="800000"/>
            <a:headEnd type="none" w="sm" len="sm"/>
            <a:tailEnd type="none" w="sm" len="sm"/>
          </a:ln>
        </p:spPr>
        <p:txBody>
          <a:bodyPr spcFirstLastPara="1" wrap="square" lIns="81275" tIns="40625" rIns="81275" bIns="40625" anchor="ctr" anchorCtr="0">
            <a:noAutofit/>
          </a:bodyPr>
          <a:lstStyle/>
          <a:p>
            <a:pPr marL="0" marR="0" lvl="0" indent="0" algn="l" rtl="0">
              <a:spcBef>
                <a:spcPts val="0"/>
              </a:spcBef>
              <a:spcAft>
                <a:spcPts val="0"/>
              </a:spcAft>
              <a:buNone/>
            </a:pPr>
            <a:endParaRPr sz="2195">
              <a:solidFill>
                <a:schemeClr val="dk1"/>
              </a:solidFill>
              <a:latin typeface="Arial Narrow"/>
              <a:ea typeface="Arial Narrow"/>
              <a:cs typeface="Arial Narrow"/>
              <a:sym typeface="Arial Narrow"/>
            </a:endParaRPr>
          </a:p>
        </p:txBody>
      </p:sp>
      <p:sp>
        <p:nvSpPr>
          <p:cNvPr id="105" name="Google Shape;105;p26"/>
          <p:cNvSpPr/>
          <p:nvPr/>
        </p:nvSpPr>
        <p:spPr>
          <a:xfrm>
            <a:off x="0" y="4800600"/>
            <a:ext cx="43891199" cy="129540"/>
          </a:xfrm>
          <a:prstGeom prst="rect">
            <a:avLst/>
          </a:prstGeom>
          <a:solidFill>
            <a:srgbClr val="660000"/>
          </a:solidFill>
          <a:ln>
            <a:noFill/>
          </a:ln>
        </p:spPr>
        <p:txBody>
          <a:bodyPr spcFirstLastPara="1" wrap="square" lIns="81275" tIns="40625" rIns="81275" bIns="40625" anchor="ctr" anchorCtr="0">
            <a:noAutofit/>
          </a:bodyPr>
          <a:lstStyle/>
          <a:p>
            <a:pPr marL="0" marR="0" lvl="0" indent="0" algn="l" rtl="0">
              <a:spcBef>
                <a:spcPts val="0"/>
              </a:spcBef>
              <a:spcAft>
                <a:spcPts val="0"/>
              </a:spcAft>
              <a:buNone/>
            </a:pPr>
            <a:endParaRPr sz="2195">
              <a:solidFill>
                <a:schemeClr val="dk1"/>
              </a:solidFill>
              <a:latin typeface="Arial Narrow"/>
              <a:ea typeface="Arial Narrow"/>
              <a:cs typeface="Arial Narrow"/>
              <a:sym typeface="Arial Narrow"/>
            </a:endParaRPr>
          </a:p>
        </p:txBody>
      </p:sp>
      <p:sp>
        <p:nvSpPr>
          <p:cNvPr id="106" name="Google Shape;106;p26"/>
          <p:cNvSpPr txBox="1"/>
          <p:nvPr/>
        </p:nvSpPr>
        <p:spPr>
          <a:xfrm>
            <a:off x="609600" y="32445963"/>
            <a:ext cx="2514600" cy="275603"/>
          </a:xfrm>
          <a:prstGeom prst="rect">
            <a:avLst/>
          </a:prstGeom>
          <a:noFill/>
          <a:ln>
            <a:noFill/>
          </a:ln>
        </p:spPr>
        <p:txBody>
          <a:bodyPr spcFirstLastPara="1" wrap="square" lIns="81100" tIns="40550" rIns="81100" bIns="40550" anchor="t" anchorCtr="0">
            <a:spAutoFit/>
          </a:bodyPr>
          <a:lstStyle/>
          <a:p>
            <a:pPr marL="0" marR="0" lvl="0" indent="0" algn="l" rtl="0">
              <a:lnSpc>
                <a:spcPct val="65000"/>
              </a:lnSpc>
              <a:spcBef>
                <a:spcPts val="0"/>
              </a:spcBef>
              <a:spcAft>
                <a:spcPts val="0"/>
              </a:spcAft>
              <a:buNone/>
            </a:pPr>
            <a:r>
              <a:rPr lang="en-US" sz="427" b="1">
                <a:solidFill>
                  <a:schemeClr val="lt2"/>
                </a:solidFill>
                <a:latin typeface="Arial"/>
                <a:ea typeface="Arial"/>
                <a:cs typeface="Arial"/>
                <a:sym typeface="Arial"/>
              </a:rPr>
              <a:t>POSTER TEMPLATE BY:</a:t>
            </a:r>
            <a:endParaRPr/>
          </a:p>
          <a:p>
            <a:pPr marL="0" marR="0" lvl="0" indent="0" algn="l" rtl="0">
              <a:lnSpc>
                <a:spcPct val="65000"/>
              </a:lnSpc>
              <a:spcBef>
                <a:spcPts val="427"/>
              </a:spcBef>
              <a:spcAft>
                <a:spcPts val="0"/>
              </a:spcAft>
              <a:buNone/>
            </a:pPr>
            <a:r>
              <a:rPr lang="en-US" sz="853" b="1">
                <a:solidFill>
                  <a:schemeClr val="lt2"/>
                </a:solidFill>
                <a:latin typeface="Arial"/>
                <a:ea typeface="Arial"/>
                <a:cs typeface="Arial"/>
                <a:sym typeface="Arial"/>
              </a:rPr>
              <a:t>www.PosterPresentations.com</a:t>
            </a:r>
            <a:endParaRPr/>
          </a:p>
        </p:txBody>
      </p:sp>
      <p:sp>
        <p:nvSpPr>
          <p:cNvPr id="107" name="Google Shape;107;p26"/>
          <p:cNvSpPr txBox="1">
            <a:spLocks noGrp="1"/>
          </p:cNvSpPr>
          <p:nvPr>
            <p:ph type="title"/>
          </p:nvPr>
        </p:nvSpPr>
        <p:spPr>
          <a:xfrm>
            <a:off x="960120" y="1272540"/>
            <a:ext cx="41925239" cy="2202180"/>
          </a:xfrm>
          <a:prstGeom prst="rect">
            <a:avLst/>
          </a:prstGeom>
          <a:noFill/>
          <a:ln>
            <a:noFill/>
          </a:ln>
        </p:spPr>
        <p:txBody>
          <a:bodyPr spcFirstLastPara="1" wrap="square" lIns="76050" tIns="38000" rIns="76050" bIns="38000" anchor="ctr" anchorCtr="0">
            <a:noAutofit/>
          </a:bodyPr>
          <a:lstStyle>
            <a:lvl1pPr marR="0" lvl="0" algn="ctr" rtl="0">
              <a:spcBef>
                <a:spcPts val="0"/>
              </a:spcBef>
              <a:spcAft>
                <a:spcPts val="0"/>
              </a:spcAft>
              <a:buSzPts val="1400"/>
              <a:buNone/>
              <a:defRPr sz="7680" b="0" i="0" u="none" strike="noStrike" cap="none">
                <a:solidFill>
                  <a:schemeClr val="dk2"/>
                </a:solidFill>
                <a:latin typeface="Arial Black"/>
                <a:ea typeface="Arial Black"/>
                <a:cs typeface="Arial Black"/>
                <a:sym typeface="Arial Black"/>
              </a:defRPr>
            </a:lvl1pPr>
            <a:lvl2pPr marR="0" lvl="1" algn="ctr" rtl="0">
              <a:spcBef>
                <a:spcPts val="0"/>
              </a:spcBef>
              <a:spcAft>
                <a:spcPts val="0"/>
              </a:spcAft>
              <a:buSzPts val="1400"/>
              <a:buNone/>
              <a:defRPr sz="7680" b="0" i="0" u="none" strike="noStrike" cap="none">
                <a:solidFill>
                  <a:schemeClr val="dk2"/>
                </a:solidFill>
                <a:latin typeface="Arial Black"/>
                <a:ea typeface="Arial Black"/>
                <a:cs typeface="Arial Black"/>
                <a:sym typeface="Arial Black"/>
              </a:defRPr>
            </a:lvl2pPr>
            <a:lvl3pPr marR="0" lvl="2" algn="ctr" rtl="0">
              <a:spcBef>
                <a:spcPts val="0"/>
              </a:spcBef>
              <a:spcAft>
                <a:spcPts val="0"/>
              </a:spcAft>
              <a:buSzPts val="1400"/>
              <a:buNone/>
              <a:defRPr sz="7680" b="0" i="0" u="none" strike="noStrike" cap="none">
                <a:solidFill>
                  <a:schemeClr val="dk2"/>
                </a:solidFill>
                <a:latin typeface="Arial Black"/>
                <a:ea typeface="Arial Black"/>
                <a:cs typeface="Arial Black"/>
                <a:sym typeface="Arial Black"/>
              </a:defRPr>
            </a:lvl3pPr>
            <a:lvl4pPr marR="0" lvl="3" algn="ctr" rtl="0">
              <a:spcBef>
                <a:spcPts val="0"/>
              </a:spcBef>
              <a:spcAft>
                <a:spcPts val="0"/>
              </a:spcAft>
              <a:buSzPts val="1400"/>
              <a:buNone/>
              <a:defRPr sz="7680" b="0" i="0" u="none" strike="noStrike" cap="none">
                <a:solidFill>
                  <a:schemeClr val="dk2"/>
                </a:solidFill>
                <a:latin typeface="Arial Black"/>
                <a:ea typeface="Arial Black"/>
                <a:cs typeface="Arial Black"/>
                <a:sym typeface="Arial Black"/>
              </a:defRPr>
            </a:lvl4pPr>
            <a:lvl5pPr marR="0" lvl="4" algn="ctr" rtl="0">
              <a:spcBef>
                <a:spcPts val="0"/>
              </a:spcBef>
              <a:spcAft>
                <a:spcPts val="0"/>
              </a:spcAft>
              <a:buSzPts val="1400"/>
              <a:buNone/>
              <a:defRPr sz="7680" b="0" i="0" u="none" strike="noStrike" cap="none">
                <a:solidFill>
                  <a:schemeClr val="dk2"/>
                </a:solidFill>
                <a:latin typeface="Arial Black"/>
                <a:ea typeface="Arial Black"/>
                <a:cs typeface="Arial Black"/>
                <a:sym typeface="Arial Black"/>
              </a:defRPr>
            </a:lvl5pPr>
            <a:lvl6pPr marR="0" lvl="5" algn="ctr" rtl="0">
              <a:spcBef>
                <a:spcPts val="0"/>
              </a:spcBef>
              <a:spcAft>
                <a:spcPts val="0"/>
              </a:spcAft>
              <a:buSzPts val="1400"/>
              <a:buNone/>
              <a:defRPr sz="7680" b="0" i="0" u="none" strike="noStrike" cap="none">
                <a:solidFill>
                  <a:schemeClr val="dk2"/>
                </a:solidFill>
                <a:latin typeface="Arial Black"/>
                <a:ea typeface="Arial Black"/>
                <a:cs typeface="Arial Black"/>
                <a:sym typeface="Arial Black"/>
              </a:defRPr>
            </a:lvl6pPr>
            <a:lvl7pPr marR="0" lvl="6" algn="ctr" rtl="0">
              <a:spcBef>
                <a:spcPts val="0"/>
              </a:spcBef>
              <a:spcAft>
                <a:spcPts val="0"/>
              </a:spcAft>
              <a:buSzPts val="1400"/>
              <a:buNone/>
              <a:defRPr sz="7680" b="0" i="0" u="none" strike="noStrike" cap="none">
                <a:solidFill>
                  <a:schemeClr val="dk2"/>
                </a:solidFill>
                <a:latin typeface="Arial Black"/>
                <a:ea typeface="Arial Black"/>
                <a:cs typeface="Arial Black"/>
                <a:sym typeface="Arial Black"/>
              </a:defRPr>
            </a:lvl7pPr>
            <a:lvl8pPr marR="0" lvl="7" algn="ctr" rtl="0">
              <a:spcBef>
                <a:spcPts val="0"/>
              </a:spcBef>
              <a:spcAft>
                <a:spcPts val="0"/>
              </a:spcAft>
              <a:buSzPts val="1400"/>
              <a:buNone/>
              <a:defRPr sz="7680" b="0" i="0" u="none" strike="noStrike" cap="none">
                <a:solidFill>
                  <a:schemeClr val="dk2"/>
                </a:solidFill>
                <a:latin typeface="Arial Black"/>
                <a:ea typeface="Arial Black"/>
                <a:cs typeface="Arial Black"/>
                <a:sym typeface="Arial Black"/>
              </a:defRPr>
            </a:lvl8pPr>
            <a:lvl9pPr marR="0" lvl="8" algn="ctr" rtl="0">
              <a:spcBef>
                <a:spcPts val="0"/>
              </a:spcBef>
              <a:spcAft>
                <a:spcPts val="0"/>
              </a:spcAft>
              <a:buSzPts val="1400"/>
              <a:buNone/>
              <a:defRPr sz="7680" b="0" i="0" u="none" strike="noStrike" cap="none">
                <a:solidFill>
                  <a:schemeClr val="dk2"/>
                </a:solidFill>
                <a:latin typeface="Arial Black"/>
                <a:ea typeface="Arial Black"/>
                <a:cs typeface="Arial Black"/>
                <a:sym typeface="Arial Black"/>
              </a:defRPr>
            </a:lvl9pPr>
          </a:lstStyle>
          <a:p>
            <a:endParaRPr/>
          </a:p>
        </p:txBody>
      </p:sp>
      <p:sp>
        <p:nvSpPr>
          <p:cNvPr id="108" name="Google Shape;108;p26"/>
          <p:cNvSpPr txBox="1">
            <a:spLocks noGrp="1"/>
          </p:cNvSpPr>
          <p:nvPr>
            <p:ph type="body" idx="1"/>
          </p:nvPr>
        </p:nvSpPr>
        <p:spPr>
          <a:xfrm>
            <a:off x="693421" y="5638800"/>
            <a:ext cx="42191940" cy="26563319"/>
          </a:xfrm>
          <a:prstGeom prst="rect">
            <a:avLst/>
          </a:prstGeom>
          <a:noFill/>
          <a:ln>
            <a:noFill/>
          </a:ln>
        </p:spPr>
        <p:txBody>
          <a:bodyPr spcFirstLastPara="1" wrap="square" lIns="380325" tIns="380325" rIns="380325" bIns="380325" anchor="t" anchorCtr="0">
            <a:noAutofit/>
          </a:bodyPr>
          <a:lstStyle>
            <a:lvl1pPr marL="457200" marR="0" lvl="0" indent="-391160" algn="l" rtl="0">
              <a:spcBef>
                <a:spcPts val="512"/>
              </a:spcBef>
              <a:spcAft>
                <a:spcPts val="0"/>
              </a:spcAft>
              <a:buClr>
                <a:schemeClr val="dk1"/>
              </a:buClr>
              <a:buSzPts val="2560"/>
              <a:buFont typeface="Arial"/>
              <a:buChar char="•"/>
              <a:defRPr sz="2560" b="0" i="0" u="none" strike="noStrike" cap="none">
                <a:solidFill>
                  <a:schemeClr val="dk1"/>
                </a:solidFill>
                <a:latin typeface="Arial"/>
                <a:ea typeface="Arial"/>
                <a:cs typeface="Arial"/>
                <a:sym typeface="Arial"/>
              </a:defRPr>
            </a:lvl1pPr>
            <a:lvl2pPr marL="914400" marR="0" lvl="1" indent="-391160" algn="l" rtl="0">
              <a:spcBef>
                <a:spcPts val="512"/>
              </a:spcBef>
              <a:spcAft>
                <a:spcPts val="0"/>
              </a:spcAft>
              <a:buClr>
                <a:schemeClr val="dk1"/>
              </a:buClr>
              <a:buSzPts val="2560"/>
              <a:buFont typeface="Arial"/>
              <a:buChar char="–"/>
              <a:defRPr sz="2560" b="0" i="0" u="none" strike="noStrike" cap="none">
                <a:solidFill>
                  <a:schemeClr val="dk1"/>
                </a:solidFill>
                <a:latin typeface="Arial"/>
                <a:ea typeface="Arial"/>
                <a:cs typeface="Arial"/>
                <a:sym typeface="Arial"/>
              </a:defRPr>
            </a:lvl2pPr>
            <a:lvl3pPr marL="1371600" marR="0" lvl="2" indent="-364045" algn="l" rtl="0">
              <a:spcBef>
                <a:spcPts val="427"/>
              </a:spcBef>
              <a:spcAft>
                <a:spcPts val="0"/>
              </a:spcAft>
              <a:buClr>
                <a:schemeClr val="dk1"/>
              </a:buClr>
              <a:buSzPts val="2133"/>
              <a:buFont typeface="Arial"/>
              <a:buChar char="•"/>
              <a:defRPr sz="2133" b="0" i="0" u="none" strike="noStrike" cap="none">
                <a:solidFill>
                  <a:schemeClr val="dk1"/>
                </a:solidFill>
                <a:latin typeface="Arial"/>
                <a:ea typeface="Arial"/>
                <a:cs typeface="Arial"/>
                <a:sym typeface="Arial"/>
              </a:defRPr>
            </a:lvl3pPr>
            <a:lvl4pPr marL="1828800" marR="0" lvl="3" indent="-336994" algn="l" rtl="0">
              <a:spcBef>
                <a:spcPts val="341"/>
              </a:spcBef>
              <a:spcAft>
                <a:spcPts val="0"/>
              </a:spcAft>
              <a:buClr>
                <a:schemeClr val="dk1"/>
              </a:buClr>
              <a:buSzPts val="1707"/>
              <a:buFont typeface="Arial"/>
              <a:buChar char="–"/>
              <a:defRPr sz="1707" b="0" i="0" u="none" strike="noStrike" cap="none">
                <a:solidFill>
                  <a:schemeClr val="dk1"/>
                </a:solidFill>
                <a:latin typeface="Arial"/>
                <a:ea typeface="Arial"/>
                <a:cs typeface="Arial"/>
                <a:sym typeface="Arial"/>
              </a:defRPr>
            </a:lvl4pPr>
            <a:lvl5pPr marL="2286000" marR="0" lvl="4" indent="-336994" algn="l" rtl="0">
              <a:spcBef>
                <a:spcPts val="341"/>
              </a:spcBef>
              <a:spcAft>
                <a:spcPts val="0"/>
              </a:spcAft>
              <a:buClr>
                <a:schemeClr val="dk1"/>
              </a:buClr>
              <a:buSzPts val="1707"/>
              <a:buFont typeface="Arial"/>
              <a:buChar char="»"/>
              <a:defRPr sz="1707" b="0" i="0" u="none" strike="noStrike" cap="none">
                <a:solidFill>
                  <a:schemeClr val="dk1"/>
                </a:solidFill>
                <a:latin typeface="Arial"/>
                <a:ea typeface="Arial"/>
                <a:cs typeface="Arial"/>
                <a:sym typeface="Arial"/>
              </a:defRPr>
            </a:lvl5pPr>
            <a:lvl6pPr marL="2743200" marR="0" lvl="5" indent="-336994" algn="l" rtl="0">
              <a:spcBef>
                <a:spcPts val="341"/>
              </a:spcBef>
              <a:spcAft>
                <a:spcPts val="0"/>
              </a:spcAft>
              <a:buClr>
                <a:schemeClr val="dk1"/>
              </a:buClr>
              <a:buSzPts val="1707"/>
              <a:buFont typeface="Arial"/>
              <a:buChar char="»"/>
              <a:defRPr sz="1707" b="0" i="0" u="none" strike="noStrike" cap="none">
                <a:solidFill>
                  <a:schemeClr val="dk1"/>
                </a:solidFill>
                <a:latin typeface="Arial"/>
                <a:ea typeface="Arial"/>
                <a:cs typeface="Arial"/>
                <a:sym typeface="Arial"/>
              </a:defRPr>
            </a:lvl6pPr>
            <a:lvl7pPr marL="3200400" marR="0" lvl="6" indent="-336994" algn="l" rtl="0">
              <a:spcBef>
                <a:spcPts val="341"/>
              </a:spcBef>
              <a:spcAft>
                <a:spcPts val="0"/>
              </a:spcAft>
              <a:buClr>
                <a:schemeClr val="dk1"/>
              </a:buClr>
              <a:buSzPts val="1707"/>
              <a:buFont typeface="Arial"/>
              <a:buChar char="»"/>
              <a:defRPr sz="1707" b="0" i="0" u="none" strike="noStrike" cap="none">
                <a:solidFill>
                  <a:schemeClr val="dk1"/>
                </a:solidFill>
                <a:latin typeface="Arial"/>
                <a:ea typeface="Arial"/>
                <a:cs typeface="Arial"/>
                <a:sym typeface="Arial"/>
              </a:defRPr>
            </a:lvl7pPr>
            <a:lvl8pPr marL="3657600" marR="0" lvl="7" indent="-336994" algn="l" rtl="0">
              <a:spcBef>
                <a:spcPts val="341"/>
              </a:spcBef>
              <a:spcAft>
                <a:spcPts val="0"/>
              </a:spcAft>
              <a:buClr>
                <a:schemeClr val="dk1"/>
              </a:buClr>
              <a:buSzPts val="1707"/>
              <a:buFont typeface="Arial"/>
              <a:buChar char="»"/>
              <a:defRPr sz="1707" b="0" i="0" u="none" strike="noStrike" cap="none">
                <a:solidFill>
                  <a:schemeClr val="dk1"/>
                </a:solidFill>
                <a:latin typeface="Arial"/>
                <a:ea typeface="Arial"/>
                <a:cs typeface="Arial"/>
                <a:sym typeface="Arial"/>
              </a:defRPr>
            </a:lvl8pPr>
            <a:lvl9pPr marL="4114800" marR="0" lvl="8" indent="-336994" algn="l" rtl="0">
              <a:spcBef>
                <a:spcPts val="341"/>
              </a:spcBef>
              <a:spcAft>
                <a:spcPts val="0"/>
              </a:spcAft>
              <a:buClr>
                <a:schemeClr val="dk1"/>
              </a:buClr>
              <a:buSzPts val="1707"/>
              <a:buFont typeface="Arial"/>
              <a:buChar char="»"/>
              <a:defRPr sz="1707" b="0" i="0" u="none" strike="noStrike" cap="none">
                <a:solidFill>
                  <a:schemeClr val="dk1"/>
                </a:solidFill>
                <a:latin typeface="Arial"/>
                <a:ea typeface="Arial"/>
                <a:cs typeface="Arial"/>
                <a:sym typeface="Arial"/>
              </a:defRPr>
            </a:lvl9pPr>
          </a:lstStyle>
          <a:p>
            <a:endParaRPr/>
          </a:p>
        </p:txBody>
      </p:sp>
      <p:sp>
        <p:nvSpPr>
          <p:cNvPr id="109" name="Google Shape;109;p26"/>
          <p:cNvSpPr/>
          <p:nvPr/>
        </p:nvSpPr>
        <p:spPr>
          <a:xfrm>
            <a:off x="0" y="0"/>
            <a:ext cx="43891199" cy="32918401"/>
          </a:xfrm>
          <a:prstGeom prst="rect">
            <a:avLst/>
          </a:prstGeom>
          <a:noFill/>
          <a:ln w="9525" cap="flat" cmpd="sng">
            <a:solidFill>
              <a:schemeClr val="dk2"/>
            </a:solidFill>
            <a:prstDash val="solid"/>
            <a:miter lim="800000"/>
            <a:headEnd type="none" w="sm" len="sm"/>
            <a:tailEnd type="none" w="sm" len="sm"/>
          </a:ln>
        </p:spPr>
        <p:txBody>
          <a:bodyPr spcFirstLastPara="1" wrap="square" lIns="81275" tIns="40625" rIns="81275" bIns="40625" anchor="ctr" anchorCtr="0">
            <a:noAutofit/>
          </a:bodyPr>
          <a:lstStyle/>
          <a:p>
            <a:pPr marL="0" marR="0" lvl="0" indent="0" algn="l" rtl="0">
              <a:spcBef>
                <a:spcPts val="0"/>
              </a:spcBef>
              <a:spcAft>
                <a:spcPts val="0"/>
              </a:spcAft>
              <a:buNone/>
            </a:pPr>
            <a:endParaRPr sz="2195">
              <a:solidFill>
                <a:schemeClr val="dk1"/>
              </a:solidFill>
              <a:latin typeface="Arial Narrow"/>
              <a:ea typeface="Arial Narrow"/>
              <a:cs typeface="Arial Narrow"/>
              <a:sym typeface="Arial Narrow"/>
            </a:endParaRPr>
          </a:p>
        </p:txBody>
      </p:sp>
    </p:spTree>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s://repository.gctu.edu.gh/items/show/1203" TargetMode="External"/><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 Id="rId9"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
          <p:cNvSpPr txBox="1"/>
          <p:nvPr/>
        </p:nvSpPr>
        <p:spPr>
          <a:xfrm>
            <a:off x="33644850" y="21307194"/>
            <a:ext cx="8873100" cy="7715844"/>
          </a:xfrm>
          <a:prstGeom prst="rect">
            <a:avLst/>
          </a:prstGeom>
          <a:noFill/>
          <a:ln>
            <a:noFill/>
          </a:ln>
        </p:spPr>
        <p:txBody>
          <a:bodyPr spcFirstLastPara="1" wrap="square" lIns="406375" tIns="406375" rIns="406375" bIns="406375" anchor="t" anchorCtr="0">
            <a:spAutoFit/>
          </a:bodyPr>
          <a:lstStyle/>
          <a:p>
            <a:pPr marL="0" marR="0" lvl="0" indent="0" algn="l" rtl="0">
              <a:spcBef>
                <a:spcPts val="0"/>
              </a:spcBef>
              <a:spcAft>
                <a:spcPts val="0"/>
              </a:spcAft>
              <a:buNone/>
            </a:pPr>
            <a:endParaRPr sz="2987" b="0" i="0" u="none" strike="noStrike" cap="none" dirty="0">
              <a:solidFill>
                <a:schemeClr val="dk1"/>
              </a:solidFill>
              <a:latin typeface="Arial Narrow"/>
              <a:ea typeface="Arial Narrow"/>
              <a:cs typeface="Arial Narrow"/>
              <a:sym typeface="Arial Narrow"/>
            </a:endParaRPr>
          </a:p>
          <a:p>
            <a:pPr marL="0" marR="0" lvl="0" indent="0" algn="l" rtl="0">
              <a:spcBef>
                <a:spcPts val="0"/>
              </a:spcBef>
              <a:spcAft>
                <a:spcPts val="0"/>
              </a:spcAft>
              <a:buNone/>
            </a:pPr>
            <a:r>
              <a:rPr lang="en-US" sz="2987" dirty="0">
                <a:solidFill>
                  <a:schemeClr val="dk1"/>
                </a:solidFill>
                <a:latin typeface="Arial Narrow"/>
                <a:ea typeface="Arial Narrow"/>
                <a:cs typeface="Arial Narrow"/>
                <a:sym typeface="Arial Narrow"/>
              </a:rPr>
              <a:t>[1] C. W. Reynolds. “Flocks, Herds, and Schools: A Distributed Behavior Model.” in ACM SIGGRAPH Computer Graphics, vol. 21, no. 4, pp. 25-34, 1987.</a:t>
            </a:r>
          </a:p>
          <a:p>
            <a:pPr marL="0" marR="0" lvl="0" indent="0" algn="l" rtl="0">
              <a:spcBef>
                <a:spcPts val="0"/>
              </a:spcBef>
              <a:spcAft>
                <a:spcPts val="0"/>
              </a:spcAft>
              <a:buNone/>
            </a:pPr>
            <a:endParaRPr lang="en-US" sz="2987" b="0" i="0" u="none" strike="noStrike" cap="none" dirty="0">
              <a:solidFill>
                <a:schemeClr val="dk1"/>
              </a:solidFill>
              <a:latin typeface="Arial Narrow"/>
              <a:ea typeface="Arial Narrow"/>
              <a:cs typeface="Arial Narrow"/>
              <a:sym typeface="Arial Narrow"/>
            </a:endParaRPr>
          </a:p>
          <a:p>
            <a:pPr marL="0" marR="0" lvl="0" indent="0" algn="l" rtl="0">
              <a:spcBef>
                <a:spcPts val="0"/>
              </a:spcBef>
              <a:spcAft>
                <a:spcPts val="0"/>
              </a:spcAft>
              <a:buNone/>
            </a:pPr>
            <a:r>
              <a:rPr lang="en-US" sz="2987" dirty="0">
                <a:solidFill>
                  <a:schemeClr val="dk1"/>
                </a:solidFill>
                <a:latin typeface="Arial Narrow"/>
                <a:ea typeface="Arial Narrow"/>
                <a:cs typeface="Arial Narrow"/>
                <a:sym typeface="Arial Narrow"/>
              </a:rPr>
              <a:t>[2] T. </a:t>
            </a:r>
            <a:r>
              <a:rPr lang="en-US" sz="2987" dirty="0" err="1">
                <a:solidFill>
                  <a:schemeClr val="dk1"/>
                </a:solidFill>
                <a:latin typeface="Arial Narrow"/>
                <a:ea typeface="Arial Narrow"/>
                <a:cs typeface="Arial Narrow"/>
                <a:sym typeface="Arial Narrow"/>
              </a:rPr>
              <a:t>Unemi</a:t>
            </a:r>
            <a:r>
              <a:rPr lang="en-US" sz="2987" dirty="0">
                <a:solidFill>
                  <a:schemeClr val="dk1"/>
                </a:solidFill>
                <a:latin typeface="Arial Narrow"/>
                <a:ea typeface="Arial Narrow"/>
                <a:cs typeface="Arial Narrow"/>
                <a:sym typeface="Arial Narrow"/>
              </a:rPr>
              <a:t> and D. </a:t>
            </a:r>
            <a:r>
              <a:rPr lang="en-US" sz="2987" dirty="0" err="1">
                <a:solidFill>
                  <a:schemeClr val="dk1"/>
                </a:solidFill>
                <a:latin typeface="Arial Narrow"/>
                <a:ea typeface="Arial Narrow"/>
                <a:cs typeface="Arial Narrow"/>
                <a:sym typeface="Arial Narrow"/>
              </a:rPr>
              <a:t>Bisig</a:t>
            </a:r>
            <a:r>
              <a:rPr lang="en-US" sz="2987" dirty="0">
                <a:solidFill>
                  <a:schemeClr val="dk1"/>
                </a:solidFill>
                <a:latin typeface="Arial Narrow"/>
                <a:ea typeface="Arial Narrow"/>
                <a:cs typeface="Arial Narrow"/>
                <a:sym typeface="Arial Narrow"/>
              </a:rPr>
              <a:t>. “Playing Music by Conducting BOID Agents – a Style of Interaction in the Life with A-Life.” in Proceedings of the Ninth International Conference on the Simulation and Synthesis of Living Systems, pp. 546-550, 2004.</a:t>
            </a:r>
          </a:p>
          <a:p>
            <a:pPr marL="0" marR="0" lvl="0" indent="0" algn="l" rtl="0">
              <a:spcBef>
                <a:spcPts val="0"/>
              </a:spcBef>
              <a:spcAft>
                <a:spcPts val="0"/>
              </a:spcAft>
              <a:buNone/>
            </a:pPr>
            <a:endParaRPr lang="en-US" sz="2987" b="0" i="0" u="none" strike="noStrike" cap="none" dirty="0">
              <a:solidFill>
                <a:schemeClr val="dk1"/>
              </a:solidFill>
              <a:latin typeface="Arial Narrow"/>
              <a:ea typeface="Arial Narrow"/>
              <a:cs typeface="Arial Narrow"/>
              <a:sym typeface="Arial Narrow"/>
            </a:endParaRPr>
          </a:p>
          <a:p>
            <a:pPr marL="0" marR="0" lvl="0" indent="0" algn="l" rtl="0">
              <a:spcBef>
                <a:spcPts val="0"/>
              </a:spcBef>
              <a:spcAft>
                <a:spcPts val="0"/>
              </a:spcAft>
              <a:buNone/>
            </a:pPr>
            <a:r>
              <a:rPr lang="en-US" sz="2987" dirty="0">
                <a:solidFill>
                  <a:schemeClr val="dk1"/>
                </a:solidFill>
                <a:latin typeface="Arial Narrow"/>
                <a:ea typeface="Arial Narrow"/>
                <a:cs typeface="Arial Narrow"/>
                <a:sym typeface="Arial Narrow"/>
              </a:rPr>
              <a:t>[3] D. H. House and J. C. Keyser. “Flocking Systems” in Foundation of Physically Based Modeling and Animation. CRC Press, 2017, pp. 133-142. [Online]. Available: </a:t>
            </a:r>
            <a:r>
              <a:rPr lang="en-US" sz="2987" dirty="0">
                <a:solidFill>
                  <a:schemeClr val="dk1"/>
                </a:solidFill>
                <a:latin typeface="Arial Narrow"/>
                <a:ea typeface="Arial Narrow"/>
                <a:cs typeface="Arial Narrow"/>
                <a:sym typeface="Arial Narrow"/>
                <a:hlinkClick r:id="rId3"/>
              </a:rPr>
              <a:t>https://repository.gctu.edu.gh/items/show/1203</a:t>
            </a:r>
            <a:r>
              <a:rPr lang="en-US" sz="2987" dirty="0">
                <a:solidFill>
                  <a:schemeClr val="dk1"/>
                </a:solidFill>
                <a:latin typeface="Arial Narrow"/>
                <a:ea typeface="Arial Narrow"/>
                <a:cs typeface="Arial Narrow"/>
                <a:sym typeface="Arial Narrow"/>
              </a:rPr>
              <a:t> </a:t>
            </a:r>
            <a:endParaRPr sz="2987" b="0" i="0" u="none" strike="noStrike" cap="none" dirty="0">
              <a:solidFill>
                <a:schemeClr val="dk1"/>
              </a:solidFill>
              <a:latin typeface="Arial Narrow"/>
              <a:ea typeface="Arial Narrow"/>
              <a:cs typeface="Arial Narrow"/>
              <a:sym typeface="Arial Narrow"/>
            </a:endParaRPr>
          </a:p>
        </p:txBody>
      </p:sp>
      <p:sp>
        <p:nvSpPr>
          <p:cNvPr id="152" name="Google Shape;152;p1"/>
          <p:cNvSpPr txBox="1"/>
          <p:nvPr/>
        </p:nvSpPr>
        <p:spPr>
          <a:xfrm>
            <a:off x="22948875" y="6176981"/>
            <a:ext cx="8873100" cy="6650413"/>
          </a:xfrm>
          <a:prstGeom prst="rect">
            <a:avLst/>
          </a:prstGeom>
          <a:noFill/>
          <a:ln>
            <a:noFill/>
          </a:ln>
        </p:spPr>
        <p:txBody>
          <a:bodyPr spcFirstLastPara="1" wrap="square" lIns="406375" tIns="406375" rIns="406375" bIns="406375" anchor="t" anchorCtr="0">
            <a:noAutofit/>
          </a:bodyPr>
          <a:lstStyle/>
          <a:p>
            <a:pPr lvl="2">
              <a:buClr>
                <a:schemeClr val="dk1"/>
              </a:buClr>
            </a:pPr>
            <a:r>
              <a:rPr lang="en-US" sz="2987" dirty="0">
                <a:solidFill>
                  <a:schemeClr val="dk1"/>
                </a:solidFill>
                <a:latin typeface="Arial Narrow"/>
                <a:ea typeface="Arial Narrow"/>
                <a:cs typeface="Arial Narrow"/>
                <a:sym typeface="Arial Narrow"/>
              </a:rPr>
              <a:t>The instrument was determined by the </a:t>
            </a:r>
            <a:r>
              <a:rPr lang="en-US" sz="2987" dirty="0" err="1">
                <a:solidFill>
                  <a:schemeClr val="dk1"/>
                </a:solidFill>
                <a:latin typeface="Arial Narrow"/>
                <a:ea typeface="Arial Narrow"/>
                <a:cs typeface="Arial Narrow"/>
                <a:sym typeface="Arial Narrow"/>
              </a:rPr>
              <a:t>boid’s</a:t>
            </a:r>
            <a:r>
              <a:rPr lang="en-US" sz="2987" dirty="0">
                <a:solidFill>
                  <a:schemeClr val="dk1"/>
                </a:solidFill>
                <a:latin typeface="Arial Narrow"/>
                <a:ea typeface="Arial Narrow"/>
                <a:cs typeface="Arial Narrow"/>
                <a:sym typeface="Arial Narrow"/>
              </a:rPr>
              <a:t> altitude. If the </a:t>
            </a:r>
            <a:r>
              <a:rPr lang="en-US" sz="2987" dirty="0" err="1">
                <a:solidFill>
                  <a:schemeClr val="dk1"/>
                </a:solidFill>
                <a:latin typeface="Arial Narrow"/>
                <a:ea typeface="Arial Narrow"/>
                <a:cs typeface="Arial Narrow"/>
                <a:sym typeface="Arial Narrow"/>
              </a:rPr>
              <a:t>boid</a:t>
            </a:r>
            <a:r>
              <a:rPr lang="en-US" sz="2987" dirty="0">
                <a:solidFill>
                  <a:schemeClr val="dk1"/>
                </a:solidFill>
                <a:latin typeface="Arial Narrow"/>
                <a:ea typeface="Arial Narrow"/>
                <a:cs typeface="Arial Narrow"/>
                <a:sym typeface="Arial Narrow"/>
              </a:rPr>
              <a:t> was in the upper third of the bounding box, a kalimba note was played. If they were in the middle third, a piano note was played. Finally, if they were in the lower third, a guitar note would play.</a:t>
            </a:r>
          </a:p>
          <a:p>
            <a:pPr lvl="2">
              <a:buClr>
                <a:schemeClr val="dk1"/>
              </a:buClr>
            </a:pPr>
            <a:endParaRPr lang="en-US" sz="2987" dirty="0">
              <a:solidFill>
                <a:schemeClr val="dk1"/>
              </a:solidFill>
              <a:latin typeface="Arial Narrow"/>
              <a:ea typeface="Arial Narrow"/>
              <a:cs typeface="Arial Narrow"/>
              <a:sym typeface="Arial Narrow"/>
            </a:endParaRPr>
          </a:p>
          <a:p>
            <a:pPr lvl="2">
              <a:buClr>
                <a:schemeClr val="dk1"/>
              </a:buClr>
            </a:pPr>
            <a:r>
              <a:rPr lang="en-US" sz="2987" dirty="0">
                <a:solidFill>
                  <a:schemeClr val="dk1"/>
                </a:solidFill>
                <a:latin typeface="Arial Narrow"/>
                <a:ea typeface="Arial Narrow"/>
                <a:cs typeface="Arial Narrow"/>
                <a:sym typeface="Arial Narrow"/>
              </a:rPr>
              <a:t>The tempo was influenced by the number of neighbors surrounding the </a:t>
            </a:r>
            <a:r>
              <a:rPr lang="en-US" sz="2987" dirty="0" err="1">
                <a:solidFill>
                  <a:schemeClr val="dk1"/>
                </a:solidFill>
                <a:latin typeface="Arial Narrow"/>
                <a:ea typeface="Arial Narrow"/>
                <a:cs typeface="Arial Narrow"/>
                <a:sym typeface="Arial Narrow"/>
              </a:rPr>
              <a:t>boid</a:t>
            </a:r>
            <a:r>
              <a:rPr lang="en-US" sz="2987" dirty="0">
                <a:solidFill>
                  <a:schemeClr val="dk1"/>
                </a:solidFill>
                <a:latin typeface="Arial Narrow"/>
                <a:ea typeface="Arial Narrow"/>
                <a:cs typeface="Arial Narrow"/>
                <a:sym typeface="Arial Narrow"/>
              </a:rPr>
              <a:t>. Each </a:t>
            </a:r>
            <a:r>
              <a:rPr lang="en-US" sz="2987" dirty="0" err="1">
                <a:solidFill>
                  <a:schemeClr val="dk1"/>
                </a:solidFill>
                <a:latin typeface="Arial Narrow"/>
                <a:ea typeface="Arial Narrow"/>
                <a:cs typeface="Arial Narrow"/>
                <a:sym typeface="Arial Narrow"/>
              </a:rPr>
              <a:t>boid</a:t>
            </a:r>
            <a:r>
              <a:rPr lang="en-US" sz="2987" dirty="0">
                <a:solidFill>
                  <a:schemeClr val="dk1"/>
                </a:solidFill>
                <a:latin typeface="Arial Narrow"/>
                <a:ea typeface="Arial Narrow"/>
                <a:cs typeface="Arial Narrow"/>
                <a:sym typeface="Arial Narrow"/>
              </a:rPr>
              <a:t> is generated with a random base tempo. This tempo increases as other </a:t>
            </a:r>
            <a:r>
              <a:rPr lang="en-US" sz="2987" dirty="0" err="1">
                <a:solidFill>
                  <a:schemeClr val="dk1"/>
                </a:solidFill>
                <a:latin typeface="Arial Narrow"/>
                <a:ea typeface="Arial Narrow"/>
                <a:cs typeface="Arial Narrow"/>
                <a:sym typeface="Arial Narrow"/>
              </a:rPr>
              <a:t>boids</a:t>
            </a:r>
            <a:r>
              <a:rPr lang="en-US" sz="2987" dirty="0">
                <a:solidFill>
                  <a:schemeClr val="dk1"/>
                </a:solidFill>
                <a:latin typeface="Arial Narrow"/>
                <a:ea typeface="Arial Narrow"/>
                <a:cs typeface="Arial Narrow"/>
                <a:sym typeface="Arial Narrow"/>
              </a:rPr>
              <a:t> come within a certain distance to the </a:t>
            </a:r>
            <a:r>
              <a:rPr lang="en-US" sz="2987" dirty="0" err="1">
                <a:solidFill>
                  <a:schemeClr val="dk1"/>
                </a:solidFill>
                <a:latin typeface="Arial Narrow"/>
                <a:ea typeface="Arial Narrow"/>
                <a:cs typeface="Arial Narrow"/>
                <a:sym typeface="Arial Narrow"/>
              </a:rPr>
              <a:t>boid</a:t>
            </a:r>
            <a:r>
              <a:rPr lang="en-US" sz="2987" dirty="0">
                <a:solidFill>
                  <a:schemeClr val="dk1"/>
                </a:solidFill>
                <a:latin typeface="Arial Narrow"/>
                <a:ea typeface="Arial Narrow"/>
                <a:cs typeface="Arial Narrow"/>
                <a:sym typeface="Arial Narrow"/>
              </a:rPr>
              <a:t>, and decreases as they leave. In this way, clusters within the flock tend to play sounds in a similar tempo.</a:t>
            </a:r>
          </a:p>
          <a:p>
            <a:pPr lvl="2">
              <a:buClr>
                <a:schemeClr val="dk1"/>
              </a:buClr>
            </a:pPr>
            <a:endParaRPr lang="en-US" sz="2987" dirty="0">
              <a:solidFill>
                <a:schemeClr val="dk1"/>
              </a:solidFill>
              <a:latin typeface="Arial Narrow"/>
              <a:ea typeface="Arial Narrow"/>
              <a:cs typeface="Arial Narrow"/>
              <a:sym typeface="Arial Narrow"/>
            </a:endParaRPr>
          </a:p>
          <a:p>
            <a:pPr lvl="2">
              <a:buClr>
                <a:schemeClr val="dk1"/>
              </a:buClr>
            </a:pPr>
            <a:r>
              <a:rPr lang="en-US" sz="2987" dirty="0">
                <a:solidFill>
                  <a:schemeClr val="dk1"/>
                </a:solidFill>
                <a:latin typeface="Arial Narrow"/>
                <a:ea typeface="Arial Narrow"/>
                <a:cs typeface="Arial Narrow"/>
                <a:sym typeface="Arial Narrow"/>
              </a:rPr>
              <a:t>Lastly, the pitch was adjusted according to the </a:t>
            </a:r>
            <a:r>
              <a:rPr lang="en-US" sz="2987" dirty="0" err="1">
                <a:solidFill>
                  <a:schemeClr val="dk1"/>
                </a:solidFill>
                <a:latin typeface="Arial Narrow"/>
                <a:ea typeface="Arial Narrow"/>
                <a:cs typeface="Arial Narrow"/>
                <a:sym typeface="Arial Narrow"/>
              </a:rPr>
              <a:t>boid’s</a:t>
            </a:r>
            <a:r>
              <a:rPr lang="en-US" sz="2987" dirty="0">
                <a:solidFill>
                  <a:schemeClr val="dk1"/>
                </a:solidFill>
                <a:latin typeface="Arial Narrow"/>
                <a:ea typeface="Arial Narrow"/>
                <a:cs typeface="Arial Narrow"/>
                <a:sym typeface="Arial Narrow"/>
              </a:rPr>
              <a:t> speed. The faster a </a:t>
            </a:r>
            <a:r>
              <a:rPr lang="en-US" sz="2987" dirty="0" err="1">
                <a:solidFill>
                  <a:schemeClr val="dk1"/>
                </a:solidFill>
                <a:latin typeface="Arial Narrow"/>
                <a:ea typeface="Arial Narrow"/>
                <a:cs typeface="Arial Narrow"/>
                <a:sym typeface="Arial Narrow"/>
              </a:rPr>
              <a:t>boid</a:t>
            </a:r>
            <a:r>
              <a:rPr lang="en-US" sz="2987" dirty="0">
                <a:solidFill>
                  <a:schemeClr val="dk1"/>
                </a:solidFill>
                <a:latin typeface="Arial Narrow"/>
                <a:ea typeface="Arial Narrow"/>
                <a:cs typeface="Arial Narrow"/>
                <a:sym typeface="Arial Narrow"/>
              </a:rPr>
              <a:t> was travelling, the higher its pitch became. This was done using </a:t>
            </a:r>
            <a:r>
              <a:rPr lang="en-US" sz="2987" dirty="0" err="1">
                <a:solidFill>
                  <a:schemeClr val="dk1"/>
                </a:solidFill>
                <a:latin typeface="Arial Narrow"/>
                <a:ea typeface="Arial Narrow"/>
                <a:cs typeface="Arial Narrow"/>
                <a:sym typeface="Arial Narrow"/>
              </a:rPr>
              <a:t>ofSound’s</a:t>
            </a:r>
            <a:r>
              <a:rPr lang="en-US" sz="2987" dirty="0">
                <a:solidFill>
                  <a:schemeClr val="dk1"/>
                </a:solidFill>
                <a:latin typeface="Arial Narrow"/>
                <a:ea typeface="Arial Narrow"/>
                <a:cs typeface="Arial Narrow"/>
                <a:sym typeface="Arial Narrow"/>
              </a:rPr>
              <a:t> </a:t>
            </a:r>
            <a:r>
              <a:rPr lang="en-US" sz="2987" dirty="0" err="1">
                <a:solidFill>
                  <a:schemeClr val="dk1"/>
                </a:solidFill>
                <a:latin typeface="Arial Narrow"/>
                <a:ea typeface="Arial Narrow"/>
                <a:cs typeface="Arial Narrow"/>
                <a:sym typeface="Arial Narrow"/>
              </a:rPr>
              <a:t>setSpeed</a:t>
            </a:r>
            <a:r>
              <a:rPr lang="en-US" sz="2987" dirty="0">
                <a:solidFill>
                  <a:schemeClr val="dk1"/>
                </a:solidFill>
                <a:latin typeface="Arial Narrow"/>
                <a:ea typeface="Arial Narrow"/>
                <a:cs typeface="Arial Narrow"/>
                <a:sym typeface="Arial Narrow"/>
              </a:rPr>
              <a:t>() function. By increasing the speed of a sound, its pitch becomes higher.</a:t>
            </a:r>
            <a:endParaRPr lang="en-US" sz="1400" dirty="0">
              <a:solidFill>
                <a:schemeClr val="dk1"/>
              </a:solidFill>
              <a:latin typeface="Arial Narrow"/>
              <a:ea typeface="Arial Narrow"/>
              <a:cs typeface="Arial Narrow"/>
              <a:sym typeface="Arial Narrow"/>
            </a:endParaRPr>
          </a:p>
          <a:p>
            <a:pPr marL="0" lvl="2" indent="0" algn="l" rtl="0">
              <a:spcBef>
                <a:spcPts val="0"/>
              </a:spcBef>
              <a:spcAft>
                <a:spcPts val="0"/>
              </a:spcAft>
              <a:buClr>
                <a:schemeClr val="dk1"/>
              </a:buClr>
              <a:buFont typeface="Arial"/>
              <a:buNone/>
            </a:pPr>
            <a:endParaRPr lang="en-US" dirty="0">
              <a:solidFill>
                <a:schemeClr val="dk1"/>
              </a:solidFill>
            </a:endParaRPr>
          </a:p>
          <a:p>
            <a:pPr marL="0" marR="0" lvl="0" indent="0" algn="l" rtl="0">
              <a:spcBef>
                <a:spcPts val="0"/>
              </a:spcBef>
              <a:spcAft>
                <a:spcPts val="0"/>
              </a:spcAft>
              <a:buNone/>
            </a:pPr>
            <a:endParaRPr lang="en-US" sz="2987" dirty="0">
              <a:solidFill>
                <a:schemeClr val="dk1"/>
              </a:solidFill>
              <a:latin typeface="Arial Narrow"/>
              <a:ea typeface="Arial Narrow"/>
              <a:cs typeface="Arial Narrow"/>
              <a:sym typeface="Arial Narrow"/>
            </a:endParaRPr>
          </a:p>
        </p:txBody>
      </p:sp>
      <p:sp>
        <p:nvSpPr>
          <p:cNvPr id="153" name="Google Shape;153;p1"/>
          <p:cNvSpPr/>
          <p:nvPr/>
        </p:nvSpPr>
        <p:spPr>
          <a:xfrm>
            <a:off x="11510433" y="674666"/>
            <a:ext cx="20747568" cy="2002367"/>
          </a:xfrm>
          <a:prstGeom prst="rect">
            <a:avLst/>
          </a:prstGeom>
          <a:noFill/>
          <a:ln>
            <a:noFill/>
          </a:ln>
        </p:spPr>
        <p:txBody>
          <a:bodyPr spcFirstLastPara="1" wrap="square" lIns="81100" tIns="40525" rIns="81100" bIns="40525" anchor="t" anchorCtr="0">
            <a:spAutoFit/>
          </a:bodyPr>
          <a:lstStyle/>
          <a:p>
            <a:pPr marL="0" marR="0" lvl="0" indent="0" algn="ctr" rtl="0">
              <a:spcBef>
                <a:spcPts val="0"/>
              </a:spcBef>
              <a:spcAft>
                <a:spcPts val="0"/>
              </a:spcAft>
              <a:buNone/>
            </a:pPr>
            <a:r>
              <a:rPr lang="en-US" sz="7680" b="1" dirty="0">
                <a:solidFill>
                  <a:srgbClr val="FFFFFF"/>
                </a:solidFill>
              </a:rPr>
              <a:t>Final Project</a:t>
            </a:r>
            <a:r>
              <a:rPr lang="en-US" sz="7680" b="1" i="0" u="none" strike="noStrike" cap="none" dirty="0">
                <a:solidFill>
                  <a:srgbClr val="FFFFFF"/>
                </a:solidFill>
                <a:latin typeface="Arial"/>
                <a:ea typeface="Arial"/>
                <a:cs typeface="Arial"/>
                <a:sym typeface="Arial"/>
              </a:rPr>
              <a:t>: </a:t>
            </a:r>
            <a:r>
              <a:rPr lang="en-US" sz="7680" b="1" i="0" u="none" strike="noStrike" cap="none" dirty="0" err="1">
                <a:solidFill>
                  <a:srgbClr val="FFFFFF"/>
                </a:solidFill>
                <a:latin typeface="Arial"/>
                <a:ea typeface="Arial"/>
                <a:cs typeface="Arial"/>
                <a:sym typeface="Arial"/>
              </a:rPr>
              <a:t>Boid</a:t>
            </a:r>
            <a:r>
              <a:rPr lang="en-US" sz="7680" b="1" i="0" u="none" strike="noStrike" cap="none" dirty="0">
                <a:solidFill>
                  <a:srgbClr val="FFFFFF"/>
                </a:solidFill>
                <a:latin typeface="Arial"/>
                <a:ea typeface="Arial"/>
                <a:cs typeface="Arial"/>
                <a:sym typeface="Arial"/>
              </a:rPr>
              <a:t> Orchestra</a:t>
            </a:r>
            <a:endParaRPr dirty="0"/>
          </a:p>
          <a:p>
            <a:pPr marL="0" marR="0" lvl="0" indent="0" algn="ctr" rtl="0">
              <a:spcBef>
                <a:spcPts val="0"/>
              </a:spcBef>
              <a:spcAft>
                <a:spcPts val="0"/>
              </a:spcAft>
              <a:buNone/>
            </a:pPr>
            <a:r>
              <a:rPr lang="en-US" sz="4800" b="1" dirty="0">
                <a:solidFill>
                  <a:srgbClr val="FFFFFF"/>
                </a:solidFill>
              </a:rPr>
              <a:t>Course Instructor</a:t>
            </a:r>
            <a:r>
              <a:rPr lang="en-US" sz="4800" b="1" i="0" u="none" strike="noStrike" cap="none" dirty="0">
                <a:solidFill>
                  <a:srgbClr val="FFFFFF"/>
                </a:solidFill>
                <a:latin typeface="Arial"/>
                <a:ea typeface="Arial"/>
                <a:cs typeface="Arial"/>
                <a:sym typeface="Arial"/>
              </a:rPr>
              <a:t>: Kevin Smith</a:t>
            </a:r>
            <a:endParaRPr dirty="0"/>
          </a:p>
        </p:txBody>
      </p:sp>
      <p:sp>
        <p:nvSpPr>
          <p:cNvPr id="154" name="Google Shape;154;p1"/>
          <p:cNvSpPr txBox="1"/>
          <p:nvPr/>
        </p:nvSpPr>
        <p:spPr>
          <a:xfrm>
            <a:off x="698501" y="5656121"/>
            <a:ext cx="9969500" cy="525094"/>
          </a:xfrm>
          <a:prstGeom prst="rect">
            <a:avLst/>
          </a:prstGeom>
          <a:solidFill>
            <a:schemeClr val="accent2"/>
          </a:solidFill>
          <a:ln>
            <a:noFill/>
          </a:ln>
        </p:spPr>
        <p:txBody>
          <a:bodyPr spcFirstLastPara="1" wrap="square" lIns="81100" tIns="40550" rIns="81100" bIns="40550" anchor="t" anchorCtr="0">
            <a:spAutoFit/>
          </a:bodyPr>
          <a:lstStyle/>
          <a:p>
            <a:pPr marL="0" marR="0" lvl="0" indent="0" algn="ctr" rtl="0">
              <a:spcBef>
                <a:spcPts val="0"/>
              </a:spcBef>
              <a:spcAft>
                <a:spcPts val="0"/>
              </a:spcAft>
              <a:buNone/>
            </a:pPr>
            <a:r>
              <a:rPr lang="en-US" sz="2880" b="1" i="0" u="none" strike="noStrike" cap="none">
                <a:solidFill>
                  <a:srgbClr val="F8F8F8"/>
                </a:solidFill>
                <a:latin typeface="Arial Narrow"/>
                <a:ea typeface="Arial Narrow"/>
                <a:cs typeface="Arial Narrow"/>
                <a:sym typeface="Arial Narrow"/>
              </a:rPr>
              <a:t>Introduction</a:t>
            </a:r>
            <a:endParaRPr/>
          </a:p>
        </p:txBody>
      </p:sp>
      <p:sp>
        <p:nvSpPr>
          <p:cNvPr id="155" name="Google Shape;155;p1"/>
          <p:cNvSpPr txBox="1"/>
          <p:nvPr/>
        </p:nvSpPr>
        <p:spPr>
          <a:xfrm>
            <a:off x="1378375" y="6485925"/>
            <a:ext cx="8873100" cy="9892016"/>
          </a:xfrm>
          <a:prstGeom prst="rect">
            <a:avLst/>
          </a:prstGeom>
          <a:noFill/>
          <a:ln>
            <a:noFill/>
          </a:ln>
        </p:spPr>
        <p:txBody>
          <a:bodyPr spcFirstLastPara="1" wrap="square" lIns="406375" tIns="406375" rIns="406375" bIns="406375" anchor="t" anchorCtr="0">
            <a:spAutoFit/>
          </a:bodyPr>
          <a:lstStyle/>
          <a:p>
            <a:pPr marL="0" marR="0" lvl="0" indent="0" algn="l" rtl="0">
              <a:spcBef>
                <a:spcPts val="0"/>
              </a:spcBef>
              <a:spcAft>
                <a:spcPts val="0"/>
              </a:spcAft>
              <a:buClr>
                <a:srgbClr val="000000"/>
              </a:buClr>
              <a:buFont typeface="Arial"/>
              <a:buNone/>
            </a:pPr>
            <a:r>
              <a:rPr lang="en-US" sz="2987" dirty="0">
                <a:solidFill>
                  <a:schemeClr val="dk1"/>
                </a:solidFill>
                <a:latin typeface="Arial Narrow"/>
                <a:ea typeface="Arial Narrow"/>
                <a:cs typeface="Arial Narrow"/>
                <a:sym typeface="Arial Narrow"/>
              </a:rPr>
              <a:t>The flocking simulation algorithm was developed by Craig W. Reynolds in 1986 to simulate flocking behavior through physically-based animation [1]. The algorithm computes acceleration forces for collision avoidance, velocity matching, and centering, and applies these forces to artificial life models called </a:t>
            </a:r>
            <a:r>
              <a:rPr lang="en-US" sz="2987" dirty="0" err="1">
                <a:solidFill>
                  <a:schemeClr val="dk1"/>
                </a:solidFill>
                <a:latin typeface="Arial Narrow"/>
                <a:ea typeface="Arial Narrow"/>
                <a:cs typeface="Arial Narrow"/>
                <a:sym typeface="Arial Narrow"/>
              </a:rPr>
              <a:t>boids</a:t>
            </a:r>
            <a:r>
              <a:rPr lang="en-US" sz="2987" dirty="0">
                <a:solidFill>
                  <a:schemeClr val="dk1"/>
                </a:solidFill>
                <a:latin typeface="Arial Narrow"/>
                <a:ea typeface="Arial Narrow"/>
                <a:cs typeface="Arial Narrow"/>
                <a:sym typeface="Arial Narrow"/>
              </a:rPr>
              <a:t> to achieve life-like flocking behaviors similar to those found in birds flying through the sky, schools of fish swimming underwater, and crowds of humans making their way around each other.</a:t>
            </a:r>
            <a:endParaRPr dirty="0"/>
          </a:p>
          <a:p>
            <a:pPr marL="0" marR="0" lvl="0" indent="0" algn="l" rtl="0">
              <a:spcBef>
                <a:spcPts val="0"/>
              </a:spcBef>
              <a:spcAft>
                <a:spcPts val="0"/>
              </a:spcAft>
              <a:buNone/>
            </a:pPr>
            <a:endParaRPr sz="1280" b="0" i="0" u="none" strike="noStrike" cap="none" dirty="0">
              <a:solidFill>
                <a:schemeClr val="dk1"/>
              </a:solidFill>
              <a:latin typeface="Arial Narrow"/>
              <a:ea typeface="Arial Narrow"/>
              <a:cs typeface="Arial Narrow"/>
              <a:sym typeface="Arial Narrow"/>
            </a:endParaRPr>
          </a:p>
          <a:p>
            <a:pPr marL="0" marR="0" lvl="0" indent="0" algn="l" rtl="0">
              <a:spcBef>
                <a:spcPts val="1000"/>
              </a:spcBef>
              <a:spcAft>
                <a:spcPts val="0"/>
              </a:spcAft>
              <a:buNone/>
            </a:pPr>
            <a:r>
              <a:rPr lang="en-US" sz="2987" dirty="0">
                <a:solidFill>
                  <a:schemeClr val="dk1"/>
                </a:solidFill>
                <a:latin typeface="Arial Narrow"/>
                <a:ea typeface="Arial Narrow"/>
                <a:cs typeface="Arial Narrow"/>
                <a:sym typeface="Arial Narrow"/>
              </a:rPr>
              <a:t>My project aims to combine Reynold’s flocking simulation algorithm with sonification to create a procedurally-generated musical orchestra influenced by the flock members’ movements. This project takes great inspiration from the very similar </a:t>
            </a:r>
            <a:r>
              <a:rPr lang="en-US" sz="2987" i="1" dirty="0">
                <a:solidFill>
                  <a:schemeClr val="dk1"/>
                </a:solidFill>
                <a:latin typeface="Arial Narrow"/>
                <a:ea typeface="Arial Narrow"/>
                <a:cs typeface="Arial Narrow"/>
                <a:sym typeface="Arial Narrow"/>
              </a:rPr>
              <a:t>Flocking Orchestra</a:t>
            </a:r>
            <a:r>
              <a:rPr lang="en-US" sz="2987" dirty="0">
                <a:solidFill>
                  <a:schemeClr val="dk1"/>
                </a:solidFill>
                <a:latin typeface="Arial Narrow"/>
                <a:ea typeface="Arial Narrow"/>
                <a:cs typeface="Arial Narrow"/>
                <a:sym typeface="Arial Narrow"/>
              </a:rPr>
              <a:t> art installation created by Tatsuo </a:t>
            </a:r>
            <a:r>
              <a:rPr lang="en-US" sz="2987" dirty="0" err="1">
                <a:solidFill>
                  <a:schemeClr val="dk1"/>
                </a:solidFill>
                <a:latin typeface="Arial Narrow"/>
                <a:ea typeface="Arial Narrow"/>
                <a:cs typeface="Arial Narrow"/>
                <a:sym typeface="Arial Narrow"/>
              </a:rPr>
              <a:t>Unemi</a:t>
            </a:r>
            <a:r>
              <a:rPr lang="en-US" sz="2987" dirty="0">
                <a:solidFill>
                  <a:schemeClr val="dk1"/>
                </a:solidFill>
                <a:latin typeface="Arial Narrow"/>
                <a:ea typeface="Arial Narrow"/>
                <a:cs typeface="Arial Narrow"/>
                <a:sym typeface="Arial Narrow"/>
              </a:rPr>
              <a:t> and Daniel </a:t>
            </a:r>
            <a:r>
              <a:rPr lang="en-US" sz="2987" dirty="0" err="1">
                <a:solidFill>
                  <a:schemeClr val="dk1"/>
                </a:solidFill>
                <a:latin typeface="Arial Narrow"/>
                <a:ea typeface="Arial Narrow"/>
                <a:cs typeface="Arial Narrow"/>
                <a:sym typeface="Arial Narrow"/>
              </a:rPr>
              <a:t>Bisig</a:t>
            </a:r>
            <a:r>
              <a:rPr lang="en-US" sz="2987" dirty="0">
                <a:solidFill>
                  <a:schemeClr val="dk1"/>
                </a:solidFill>
                <a:latin typeface="Arial Narrow"/>
                <a:ea typeface="Arial Narrow"/>
                <a:cs typeface="Arial Narrow"/>
                <a:sym typeface="Arial Narrow"/>
              </a:rPr>
              <a:t> in 2004 [2], which uses the viewer’s movements to influence the </a:t>
            </a:r>
            <a:r>
              <a:rPr lang="en-US" sz="2987" dirty="0" err="1">
                <a:solidFill>
                  <a:schemeClr val="dk1"/>
                </a:solidFill>
                <a:latin typeface="Arial Narrow"/>
                <a:ea typeface="Arial Narrow"/>
                <a:cs typeface="Arial Narrow"/>
                <a:sym typeface="Arial Narrow"/>
              </a:rPr>
              <a:t>boids’</a:t>
            </a:r>
            <a:r>
              <a:rPr lang="en-US" sz="2987" dirty="0">
                <a:solidFill>
                  <a:schemeClr val="dk1"/>
                </a:solidFill>
                <a:latin typeface="Arial Narrow"/>
                <a:ea typeface="Arial Narrow"/>
                <a:cs typeface="Arial Narrow"/>
                <a:sym typeface="Arial Narrow"/>
              </a:rPr>
              <a:t> movements and sound generation. </a:t>
            </a:r>
            <a:endParaRPr lang="en-US" dirty="0">
              <a:solidFill>
                <a:schemeClr val="dk1"/>
              </a:solidFill>
            </a:endParaRPr>
          </a:p>
          <a:p>
            <a:pPr marL="0" marR="0" lvl="0" indent="0" algn="l" rtl="0">
              <a:spcBef>
                <a:spcPts val="1000"/>
              </a:spcBef>
              <a:spcAft>
                <a:spcPts val="0"/>
              </a:spcAft>
              <a:buClr>
                <a:srgbClr val="000000"/>
              </a:buClr>
              <a:buFont typeface="Arial"/>
              <a:buNone/>
            </a:pPr>
            <a:endParaRPr sz="2987" dirty="0">
              <a:solidFill>
                <a:schemeClr val="dk1"/>
              </a:solidFill>
              <a:latin typeface="Arial Narrow"/>
              <a:ea typeface="Arial Narrow"/>
              <a:cs typeface="Arial Narrow"/>
              <a:sym typeface="Arial Narrow"/>
            </a:endParaRPr>
          </a:p>
        </p:txBody>
      </p:sp>
      <p:sp>
        <p:nvSpPr>
          <p:cNvPr id="156" name="Google Shape;156;p1"/>
          <p:cNvSpPr txBox="1"/>
          <p:nvPr/>
        </p:nvSpPr>
        <p:spPr>
          <a:xfrm>
            <a:off x="710641" y="15493521"/>
            <a:ext cx="9969600" cy="525000"/>
          </a:xfrm>
          <a:prstGeom prst="rect">
            <a:avLst/>
          </a:prstGeom>
          <a:solidFill>
            <a:schemeClr val="accent2"/>
          </a:solidFill>
          <a:ln>
            <a:noFill/>
          </a:ln>
        </p:spPr>
        <p:txBody>
          <a:bodyPr spcFirstLastPara="1" wrap="square" lIns="81100" tIns="40550" rIns="81100" bIns="40550" anchor="t" anchorCtr="0">
            <a:spAutoFit/>
          </a:bodyPr>
          <a:lstStyle/>
          <a:p>
            <a:pPr marL="0" marR="0" lvl="0" indent="0" algn="ctr" rtl="0">
              <a:spcBef>
                <a:spcPts val="0"/>
              </a:spcBef>
              <a:spcAft>
                <a:spcPts val="0"/>
              </a:spcAft>
              <a:buNone/>
            </a:pPr>
            <a:r>
              <a:rPr lang="en-US" sz="2880" b="1" i="0" u="none" strike="noStrike" cap="none">
                <a:solidFill>
                  <a:srgbClr val="F8F8F8"/>
                </a:solidFill>
                <a:latin typeface="Arial Narrow"/>
                <a:ea typeface="Arial Narrow"/>
                <a:cs typeface="Arial Narrow"/>
                <a:sym typeface="Arial Narrow"/>
              </a:rPr>
              <a:t>Methodology</a:t>
            </a:r>
            <a:endParaRPr/>
          </a:p>
        </p:txBody>
      </p:sp>
      <p:sp>
        <p:nvSpPr>
          <p:cNvPr id="157" name="Google Shape;157;p1"/>
          <p:cNvSpPr txBox="1"/>
          <p:nvPr/>
        </p:nvSpPr>
        <p:spPr>
          <a:xfrm>
            <a:off x="22283265" y="15268400"/>
            <a:ext cx="9982200" cy="525094"/>
          </a:xfrm>
          <a:prstGeom prst="rect">
            <a:avLst/>
          </a:prstGeom>
          <a:solidFill>
            <a:schemeClr val="accent2"/>
          </a:solidFill>
          <a:ln>
            <a:noFill/>
          </a:ln>
        </p:spPr>
        <p:txBody>
          <a:bodyPr spcFirstLastPara="1" wrap="square" lIns="81100" tIns="40550" rIns="81100" bIns="40550" anchor="t" anchorCtr="0">
            <a:spAutoFit/>
          </a:bodyPr>
          <a:lstStyle/>
          <a:p>
            <a:pPr marL="0" marR="0" lvl="0" indent="0" algn="ctr" rtl="0">
              <a:spcBef>
                <a:spcPts val="0"/>
              </a:spcBef>
              <a:spcAft>
                <a:spcPts val="0"/>
              </a:spcAft>
              <a:buNone/>
            </a:pPr>
            <a:r>
              <a:rPr lang="en-US" sz="2880" b="1" i="0" u="none" strike="noStrike" cap="none">
                <a:solidFill>
                  <a:srgbClr val="F8F8F8"/>
                </a:solidFill>
                <a:latin typeface="Arial Narrow"/>
                <a:ea typeface="Arial Narrow"/>
                <a:cs typeface="Arial Narrow"/>
                <a:sym typeface="Arial Narrow"/>
              </a:rPr>
              <a:t>Analysis and Results</a:t>
            </a:r>
            <a:endParaRPr/>
          </a:p>
        </p:txBody>
      </p:sp>
      <p:sp>
        <p:nvSpPr>
          <p:cNvPr id="158" name="Google Shape;158;p1"/>
          <p:cNvSpPr txBox="1"/>
          <p:nvPr/>
        </p:nvSpPr>
        <p:spPr>
          <a:xfrm>
            <a:off x="33093450" y="15242826"/>
            <a:ext cx="9975900" cy="525000"/>
          </a:xfrm>
          <a:prstGeom prst="rect">
            <a:avLst/>
          </a:prstGeom>
          <a:solidFill>
            <a:schemeClr val="accent2"/>
          </a:solidFill>
          <a:ln>
            <a:noFill/>
          </a:ln>
        </p:spPr>
        <p:txBody>
          <a:bodyPr spcFirstLastPara="1" wrap="square" lIns="81100" tIns="40550" rIns="81100" bIns="40550" anchor="t" anchorCtr="0">
            <a:spAutoFit/>
          </a:bodyPr>
          <a:lstStyle/>
          <a:p>
            <a:pPr marL="0" marR="0" lvl="0" indent="0" algn="ctr" rtl="0">
              <a:spcBef>
                <a:spcPts val="0"/>
              </a:spcBef>
              <a:spcAft>
                <a:spcPts val="0"/>
              </a:spcAft>
              <a:buNone/>
            </a:pPr>
            <a:r>
              <a:rPr lang="en-US" sz="2880" b="1" i="0" u="none" strike="noStrike" cap="none">
                <a:solidFill>
                  <a:srgbClr val="F8F8F8"/>
                </a:solidFill>
                <a:latin typeface="Arial Narrow"/>
                <a:ea typeface="Arial Narrow"/>
                <a:cs typeface="Arial Narrow"/>
                <a:sym typeface="Arial Narrow"/>
              </a:rPr>
              <a:t>Summary/Conclusions</a:t>
            </a:r>
            <a:endParaRPr/>
          </a:p>
        </p:txBody>
      </p:sp>
      <p:sp>
        <p:nvSpPr>
          <p:cNvPr id="159" name="Google Shape;159;p1"/>
          <p:cNvSpPr txBox="1"/>
          <p:nvPr/>
        </p:nvSpPr>
        <p:spPr>
          <a:xfrm>
            <a:off x="33077153" y="21183595"/>
            <a:ext cx="9975900" cy="525000"/>
          </a:xfrm>
          <a:prstGeom prst="rect">
            <a:avLst/>
          </a:prstGeom>
          <a:solidFill>
            <a:schemeClr val="accent2"/>
          </a:solidFill>
          <a:ln>
            <a:noFill/>
          </a:ln>
        </p:spPr>
        <p:txBody>
          <a:bodyPr spcFirstLastPara="1" wrap="square" lIns="81100" tIns="40550" rIns="81100" bIns="40550" anchor="t" anchorCtr="0">
            <a:spAutoFit/>
          </a:bodyPr>
          <a:lstStyle/>
          <a:p>
            <a:pPr marL="0" marR="0" lvl="0" indent="0" algn="ctr" rtl="0">
              <a:spcBef>
                <a:spcPts val="0"/>
              </a:spcBef>
              <a:spcAft>
                <a:spcPts val="0"/>
              </a:spcAft>
              <a:buNone/>
            </a:pPr>
            <a:r>
              <a:rPr lang="en-US" sz="2880" b="1" i="0" u="none" strike="noStrike" cap="none">
                <a:solidFill>
                  <a:srgbClr val="F8F8F8"/>
                </a:solidFill>
                <a:latin typeface="Arial Narrow"/>
                <a:ea typeface="Arial Narrow"/>
                <a:cs typeface="Arial Narrow"/>
                <a:sym typeface="Arial Narrow"/>
              </a:rPr>
              <a:t>Key References</a:t>
            </a:r>
            <a:endParaRPr/>
          </a:p>
        </p:txBody>
      </p:sp>
      <p:sp>
        <p:nvSpPr>
          <p:cNvPr id="160" name="Google Shape;160;p1"/>
          <p:cNvSpPr txBox="1"/>
          <p:nvPr/>
        </p:nvSpPr>
        <p:spPr>
          <a:xfrm>
            <a:off x="33083924" y="29084979"/>
            <a:ext cx="9975849" cy="525094"/>
          </a:xfrm>
          <a:prstGeom prst="rect">
            <a:avLst/>
          </a:prstGeom>
          <a:solidFill>
            <a:schemeClr val="accent2"/>
          </a:solidFill>
          <a:ln>
            <a:noFill/>
          </a:ln>
        </p:spPr>
        <p:txBody>
          <a:bodyPr spcFirstLastPara="1" wrap="square" lIns="81100" tIns="40550" rIns="81100" bIns="40550" anchor="t" anchorCtr="0">
            <a:spAutoFit/>
          </a:bodyPr>
          <a:lstStyle/>
          <a:p>
            <a:pPr marL="0" marR="0" lvl="0" indent="0" algn="ctr" rtl="0">
              <a:spcBef>
                <a:spcPts val="0"/>
              </a:spcBef>
              <a:spcAft>
                <a:spcPts val="0"/>
              </a:spcAft>
              <a:buNone/>
            </a:pPr>
            <a:r>
              <a:rPr lang="en-US" sz="2880" b="1" i="0" u="none" strike="noStrike" cap="none">
                <a:solidFill>
                  <a:srgbClr val="F8F8F8"/>
                </a:solidFill>
                <a:latin typeface="Arial Narrow"/>
                <a:ea typeface="Arial Narrow"/>
                <a:cs typeface="Arial Narrow"/>
                <a:sym typeface="Arial Narrow"/>
              </a:rPr>
              <a:t>Acknowledgements</a:t>
            </a:r>
            <a:endParaRPr/>
          </a:p>
        </p:txBody>
      </p:sp>
      <p:sp>
        <p:nvSpPr>
          <p:cNvPr id="161" name="Google Shape;161;p1"/>
          <p:cNvSpPr txBox="1"/>
          <p:nvPr/>
        </p:nvSpPr>
        <p:spPr>
          <a:xfrm>
            <a:off x="33568612" y="15653724"/>
            <a:ext cx="8873100" cy="5877136"/>
          </a:xfrm>
          <a:prstGeom prst="rect">
            <a:avLst/>
          </a:prstGeom>
          <a:noFill/>
          <a:ln>
            <a:noFill/>
          </a:ln>
        </p:spPr>
        <p:txBody>
          <a:bodyPr spcFirstLastPara="1" wrap="square" lIns="406375" tIns="406375" rIns="406375" bIns="406375" anchor="t" anchorCtr="0">
            <a:spAutoFit/>
          </a:bodyPr>
          <a:lstStyle/>
          <a:p>
            <a:pPr marL="0" marR="0" lvl="0" indent="0" algn="l" rtl="0">
              <a:spcBef>
                <a:spcPts val="0"/>
              </a:spcBef>
              <a:spcAft>
                <a:spcPts val="0"/>
              </a:spcAft>
              <a:buNone/>
            </a:pPr>
            <a:r>
              <a:rPr lang="en-US" sz="2987" dirty="0">
                <a:solidFill>
                  <a:schemeClr val="dk1"/>
                </a:solidFill>
                <a:latin typeface="Arial Narrow"/>
                <a:ea typeface="Arial Narrow"/>
                <a:cs typeface="Arial Narrow"/>
                <a:sym typeface="Arial Narrow"/>
              </a:rPr>
              <a:t>The resulting application is a visually appealing flocking simulation accompanied by an orchestral experience. Customization features allow viewers to create a unique experience catered to their preferences.</a:t>
            </a:r>
          </a:p>
          <a:p>
            <a:pPr marL="0" marR="0" lvl="0" indent="0" algn="l" rtl="0">
              <a:spcBef>
                <a:spcPts val="0"/>
              </a:spcBef>
              <a:spcAft>
                <a:spcPts val="0"/>
              </a:spcAft>
              <a:buNone/>
            </a:pPr>
            <a:endParaRPr lang="en-US" sz="2987" dirty="0">
              <a:solidFill>
                <a:schemeClr val="dk1"/>
              </a:solidFill>
              <a:latin typeface="Arial Narrow"/>
              <a:ea typeface="Arial Narrow"/>
              <a:cs typeface="Arial Narrow"/>
              <a:sym typeface="Arial Narrow"/>
            </a:endParaRPr>
          </a:p>
          <a:p>
            <a:pPr marL="0" marR="0" lvl="0" indent="0" algn="l" rtl="0">
              <a:spcBef>
                <a:spcPts val="0"/>
              </a:spcBef>
              <a:spcAft>
                <a:spcPts val="0"/>
              </a:spcAft>
              <a:buNone/>
            </a:pPr>
            <a:r>
              <a:rPr lang="en-US" sz="2987" dirty="0">
                <a:solidFill>
                  <a:schemeClr val="dk1"/>
                </a:solidFill>
                <a:latin typeface="Arial Narrow"/>
                <a:ea typeface="Arial Narrow"/>
                <a:cs typeface="Arial Narrow"/>
                <a:sym typeface="Arial Narrow"/>
              </a:rPr>
              <a:t>Future works and improvements can include improved sound design to create more harmonious orchestral music. Additionally, audio input can be implemented so that, instead of the </a:t>
            </a:r>
            <a:r>
              <a:rPr lang="en-US" sz="2987" dirty="0" err="1">
                <a:solidFill>
                  <a:schemeClr val="dk1"/>
                </a:solidFill>
                <a:latin typeface="Arial Narrow"/>
                <a:ea typeface="Arial Narrow"/>
                <a:cs typeface="Arial Narrow"/>
                <a:sym typeface="Arial Narrow"/>
              </a:rPr>
              <a:t>boids’</a:t>
            </a:r>
            <a:r>
              <a:rPr lang="en-US" sz="2987" dirty="0">
                <a:solidFill>
                  <a:schemeClr val="dk1"/>
                </a:solidFill>
                <a:latin typeface="Arial Narrow"/>
                <a:ea typeface="Arial Narrow"/>
                <a:cs typeface="Arial Narrow"/>
                <a:sym typeface="Arial Narrow"/>
              </a:rPr>
              <a:t> movements influencing the music, music input can influence the </a:t>
            </a:r>
            <a:r>
              <a:rPr lang="en-US" sz="2987" dirty="0" err="1">
                <a:solidFill>
                  <a:schemeClr val="dk1"/>
                </a:solidFill>
                <a:latin typeface="Arial Narrow"/>
                <a:ea typeface="Arial Narrow"/>
                <a:cs typeface="Arial Narrow"/>
                <a:sym typeface="Arial Narrow"/>
              </a:rPr>
              <a:t>boids’</a:t>
            </a:r>
            <a:r>
              <a:rPr lang="en-US" sz="2987" dirty="0">
                <a:solidFill>
                  <a:schemeClr val="dk1"/>
                </a:solidFill>
                <a:latin typeface="Arial Narrow"/>
                <a:ea typeface="Arial Narrow"/>
                <a:cs typeface="Arial Narrow"/>
                <a:sym typeface="Arial Narrow"/>
              </a:rPr>
              <a:t> movements.</a:t>
            </a:r>
            <a:endParaRPr sz="2987" dirty="0">
              <a:solidFill>
                <a:schemeClr val="dk1"/>
              </a:solidFill>
              <a:latin typeface="Arial Narrow"/>
              <a:ea typeface="Arial Narrow"/>
              <a:cs typeface="Arial Narrow"/>
              <a:sym typeface="Arial Narrow"/>
            </a:endParaRPr>
          </a:p>
          <a:p>
            <a:pPr marL="0" marR="0" lvl="0" indent="0" algn="l" rtl="0">
              <a:spcBef>
                <a:spcPts val="0"/>
              </a:spcBef>
              <a:spcAft>
                <a:spcPts val="0"/>
              </a:spcAft>
              <a:buNone/>
            </a:pPr>
            <a:endParaRPr sz="2987" b="0" i="0" u="none" strike="noStrike" cap="none" dirty="0">
              <a:solidFill>
                <a:schemeClr val="dk1"/>
              </a:solidFill>
              <a:latin typeface="Arial Narrow"/>
              <a:ea typeface="Arial Narrow"/>
              <a:cs typeface="Arial Narrow"/>
              <a:sym typeface="Arial Narrow"/>
            </a:endParaRPr>
          </a:p>
        </p:txBody>
      </p:sp>
      <p:graphicFrame>
        <p:nvGraphicFramePr>
          <p:cNvPr id="162" name="Google Shape;162;p1"/>
          <p:cNvGraphicFramePr/>
          <p:nvPr>
            <p:extLst>
              <p:ext uri="{D42A27DB-BD31-4B8C-83A1-F6EECF244321}">
                <p14:modId xmlns:p14="http://schemas.microsoft.com/office/powerpoint/2010/main" val="2545274328"/>
              </p:ext>
            </p:extLst>
          </p:nvPr>
        </p:nvGraphicFramePr>
        <p:xfrm>
          <a:off x="33568637" y="29443967"/>
          <a:ext cx="8873075" cy="3124240"/>
        </p:xfrm>
        <a:graphic>
          <a:graphicData uri="http://schemas.openxmlformats.org/drawingml/2006/table">
            <a:tbl>
              <a:tblPr>
                <a:noFill/>
                <a:tableStyleId>{B8C1DC18-1B2D-4B64-B915-0FAB5C1959CF}</a:tableStyleId>
              </a:tblPr>
              <a:tblGrid>
                <a:gridCol w="4480275">
                  <a:extLst>
                    <a:ext uri="{9D8B030D-6E8A-4147-A177-3AD203B41FA5}">
                      <a16:colId xmlns:a16="http://schemas.microsoft.com/office/drawing/2014/main" val="20000"/>
                    </a:ext>
                  </a:extLst>
                </a:gridCol>
                <a:gridCol w="4392800">
                  <a:extLst>
                    <a:ext uri="{9D8B030D-6E8A-4147-A177-3AD203B41FA5}">
                      <a16:colId xmlns:a16="http://schemas.microsoft.com/office/drawing/2014/main" val="20001"/>
                    </a:ext>
                  </a:extLst>
                </a:gridCol>
              </a:tblGrid>
              <a:tr h="1656618">
                <a:tc gridSpan="2">
                  <a:txBody>
                    <a:bodyPr/>
                    <a:lstStyle/>
                    <a:p>
                      <a:pPr marL="0" marR="0" lvl="0" indent="0" algn="l" rtl="0">
                        <a:spcBef>
                          <a:spcPts val="0"/>
                        </a:spcBef>
                        <a:spcAft>
                          <a:spcPts val="0"/>
                        </a:spcAft>
                        <a:buNone/>
                      </a:pPr>
                      <a:endParaRPr sz="2800" u="none" strike="noStrike" cap="none" dirty="0"/>
                    </a:p>
                    <a:p>
                      <a:pPr marL="0" marR="0" lvl="0" indent="0" algn="l" rtl="0">
                        <a:spcBef>
                          <a:spcPts val="0"/>
                        </a:spcBef>
                        <a:spcAft>
                          <a:spcPts val="0"/>
                        </a:spcAft>
                        <a:buNone/>
                      </a:pPr>
                      <a:r>
                        <a:rPr lang="en-US" sz="2800" dirty="0"/>
                        <a:t>The project could not be accomplished without the support and guidance of my Computer Graphics instructor, Professor Kevin Smith.</a:t>
                      </a:r>
                      <a:endParaRPr sz="2900" u="none" strike="noStrike" cap="none" dirty="0">
                        <a:solidFill>
                          <a:schemeClr val="dk1"/>
                        </a:solidFill>
                        <a:latin typeface="Arial Narrow"/>
                        <a:ea typeface="Arial Narrow"/>
                        <a:cs typeface="Arial Narrow"/>
                        <a:sym typeface="Arial Narrow"/>
                      </a:endParaRPr>
                    </a:p>
                  </a:txBody>
                  <a:tcPr marL="406400" marR="243850" marT="243850" marB="2438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0"/>
                  </a:ext>
                </a:extLst>
              </a:tr>
              <a:tr h="701771">
                <a:tc>
                  <a:txBody>
                    <a:bodyPr/>
                    <a:lstStyle/>
                    <a:p>
                      <a:pPr marL="0" marR="0" lvl="0" indent="0" algn="l" rtl="0">
                        <a:lnSpc>
                          <a:spcPct val="100000"/>
                        </a:lnSpc>
                        <a:spcBef>
                          <a:spcPts val="0"/>
                        </a:spcBef>
                        <a:spcAft>
                          <a:spcPts val="0"/>
                        </a:spcAft>
                        <a:buClr>
                          <a:schemeClr val="dk1"/>
                        </a:buClr>
                        <a:buSzPts val="2900"/>
                        <a:buFont typeface="Arial"/>
                        <a:buNone/>
                      </a:pPr>
                      <a:endParaRPr sz="2900" u="none" strike="noStrike" cap="none" dirty="0">
                        <a:solidFill>
                          <a:schemeClr val="dk1"/>
                        </a:solidFill>
                        <a:latin typeface="Arial Narrow"/>
                        <a:ea typeface="Arial Narrow"/>
                        <a:cs typeface="Arial Narrow"/>
                        <a:sym typeface="Arial Narrow"/>
                      </a:endParaRPr>
                    </a:p>
                  </a:txBody>
                  <a:tcPr marL="406400" marR="243850" marT="243850" marB="2438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2900"/>
                        <a:buFont typeface="Arial"/>
                        <a:buNone/>
                      </a:pPr>
                      <a:endParaRPr sz="2900" u="none" strike="noStrike" cap="none" dirty="0">
                        <a:solidFill>
                          <a:schemeClr val="dk1"/>
                        </a:solidFill>
                        <a:latin typeface="Arial Narrow"/>
                        <a:ea typeface="Arial Narrow"/>
                        <a:cs typeface="Arial Narrow"/>
                        <a:sym typeface="Arial Narrow"/>
                      </a:endParaRPr>
                    </a:p>
                  </a:txBody>
                  <a:tcPr marL="406400" marR="243850" marT="243850" marB="24385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63" name="Google Shape;163;p1"/>
          <p:cNvSpPr txBox="1"/>
          <p:nvPr/>
        </p:nvSpPr>
        <p:spPr>
          <a:xfrm>
            <a:off x="1378375" y="15983447"/>
            <a:ext cx="8873100" cy="8585185"/>
          </a:xfrm>
          <a:prstGeom prst="rect">
            <a:avLst/>
          </a:prstGeom>
          <a:noFill/>
          <a:ln>
            <a:noFill/>
          </a:ln>
        </p:spPr>
        <p:txBody>
          <a:bodyPr spcFirstLastPara="1" wrap="square" lIns="406375" tIns="406375" rIns="406375" bIns="406375" anchor="t" anchorCtr="0">
            <a:spAutoFit/>
          </a:bodyPr>
          <a:lstStyle/>
          <a:p>
            <a:pPr marL="548626" marR="0" lvl="0" indent="-548626" algn="just" rtl="0">
              <a:spcBef>
                <a:spcPts val="0"/>
              </a:spcBef>
              <a:spcAft>
                <a:spcPts val="0"/>
              </a:spcAft>
              <a:buNone/>
            </a:pPr>
            <a:r>
              <a:rPr lang="en-US" sz="2987" b="1" dirty="0" err="1">
                <a:solidFill>
                  <a:schemeClr val="dk1"/>
                </a:solidFill>
                <a:latin typeface="Arial Narrow"/>
                <a:ea typeface="Arial Narrow"/>
                <a:cs typeface="Arial Narrow"/>
                <a:sym typeface="Arial Narrow"/>
              </a:rPr>
              <a:t>OpenFrameworks</a:t>
            </a:r>
            <a:endParaRPr dirty="0"/>
          </a:p>
          <a:p>
            <a:pPr marL="548626" marR="0" lvl="0" indent="-548626" algn="just" rtl="0">
              <a:spcBef>
                <a:spcPts val="0"/>
              </a:spcBef>
              <a:spcAft>
                <a:spcPts val="0"/>
              </a:spcAft>
              <a:buNone/>
            </a:pPr>
            <a:endParaRPr sz="2987" b="0" i="0" u="none" strike="noStrike" cap="none" dirty="0">
              <a:solidFill>
                <a:schemeClr val="dk1"/>
              </a:solidFill>
              <a:latin typeface="Arial Narrow"/>
              <a:ea typeface="Arial Narrow"/>
              <a:cs typeface="Arial Narrow"/>
              <a:sym typeface="Arial Narrow"/>
            </a:endParaRPr>
          </a:p>
          <a:p>
            <a:pPr marL="0" marR="0" lvl="0" indent="0" algn="l" rtl="0">
              <a:spcBef>
                <a:spcPts val="0"/>
              </a:spcBef>
              <a:spcAft>
                <a:spcPts val="0"/>
              </a:spcAft>
              <a:buNone/>
            </a:pPr>
            <a:r>
              <a:rPr lang="en-US" sz="2987" dirty="0" err="1">
                <a:solidFill>
                  <a:schemeClr val="dk1"/>
                </a:solidFill>
                <a:latin typeface="Arial Narrow"/>
                <a:ea typeface="Arial Narrow"/>
                <a:cs typeface="Arial Narrow"/>
                <a:sym typeface="Arial Narrow"/>
              </a:rPr>
              <a:t>Openframeworks</a:t>
            </a:r>
            <a:r>
              <a:rPr lang="en-US" sz="2987" dirty="0">
                <a:solidFill>
                  <a:schemeClr val="dk1"/>
                </a:solidFill>
                <a:latin typeface="Arial Narrow"/>
                <a:ea typeface="Arial Narrow"/>
                <a:cs typeface="Arial Narrow"/>
                <a:sym typeface="Arial Narrow"/>
              </a:rPr>
              <a:t>, an open source C++ toolkit, was used to develop this project for convenience. It provides many modules useful for creative coding, including </a:t>
            </a:r>
            <a:r>
              <a:rPr lang="en-US" sz="2987" dirty="0" err="1">
                <a:solidFill>
                  <a:schemeClr val="dk1"/>
                </a:solidFill>
                <a:latin typeface="Arial Narrow"/>
                <a:ea typeface="Arial Narrow"/>
                <a:cs typeface="Arial Narrow"/>
                <a:sym typeface="Arial Narrow"/>
              </a:rPr>
              <a:t>ofxGui</a:t>
            </a:r>
            <a:r>
              <a:rPr lang="en-US" sz="2987" dirty="0">
                <a:solidFill>
                  <a:schemeClr val="dk1"/>
                </a:solidFill>
                <a:latin typeface="Arial Narrow"/>
                <a:ea typeface="Arial Narrow"/>
                <a:cs typeface="Arial Narrow"/>
                <a:sym typeface="Arial Narrow"/>
              </a:rPr>
              <a:t> for creating a GUI panel, </a:t>
            </a:r>
            <a:r>
              <a:rPr lang="en-US" sz="2987" dirty="0" err="1">
                <a:solidFill>
                  <a:schemeClr val="dk1"/>
                </a:solidFill>
                <a:latin typeface="Arial Narrow"/>
                <a:ea typeface="Arial Narrow"/>
                <a:cs typeface="Arial Narrow"/>
                <a:sym typeface="Arial Narrow"/>
              </a:rPr>
              <a:t>ofSound</a:t>
            </a:r>
            <a:r>
              <a:rPr lang="en-US" sz="2987" dirty="0">
                <a:solidFill>
                  <a:schemeClr val="dk1"/>
                </a:solidFill>
                <a:latin typeface="Arial Narrow"/>
                <a:ea typeface="Arial Narrow"/>
                <a:cs typeface="Arial Narrow"/>
                <a:sym typeface="Arial Narrow"/>
              </a:rPr>
              <a:t> for incorporating sound in the project, and </a:t>
            </a:r>
            <a:r>
              <a:rPr lang="en-US" sz="2987" dirty="0" err="1">
                <a:solidFill>
                  <a:schemeClr val="dk1"/>
                </a:solidFill>
                <a:latin typeface="Arial Narrow"/>
                <a:ea typeface="Arial Narrow"/>
                <a:cs typeface="Arial Narrow"/>
                <a:sym typeface="Arial Narrow"/>
              </a:rPr>
              <a:t>ofxAssimpModelLoader</a:t>
            </a:r>
            <a:r>
              <a:rPr lang="en-US" sz="2987" dirty="0">
                <a:solidFill>
                  <a:schemeClr val="dk1"/>
                </a:solidFill>
                <a:latin typeface="Arial Narrow"/>
                <a:ea typeface="Arial Narrow"/>
                <a:cs typeface="Arial Narrow"/>
                <a:sym typeface="Arial Narrow"/>
              </a:rPr>
              <a:t> for drawing 3D models.</a:t>
            </a:r>
            <a:endParaRPr dirty="0"/>
          </a:p>
          <a:p>
            <a:pPr marL="548626" marR="0" lvl="0" indent="-548626" algn="just" rtl="0">
              <a:spcBef>
                <a:spcPts val="0"/>
              </a:spcBef>
              <a:spcAft>
                <a:spcPts val="0"/>
              </a:spcAft>
              <a:buNone/>
            </a:pPr>
            <a:endParaRPr sz="2987" b="0" i="0" u="none" strike="noStrike" cap="none" dirty="0">
              <a:solidFill>
                <a:schemeClr val="dk1"/>
              </a:solidFill>
              <a:latin typeface="Arial Narrow"/>
              <a:ea typeface="Arial Narrow"/>
              <a:cs typeface="Arial Narrow"/>
              <a:sym typeface="Arial Narrow"/>
            </a:endParaRPr>
          </a:p>
          <a:p>
            <a:pPr marL="548626" marR="0" lvl="0" indent="-548626" algn="ctr" rtl="0">
              <a:spcBef>
                <a:spcPts val="0"/>
              </a:spcBef>
              <a:spcAft>
                <a:spcPts val="0"/>
              </a:spcAft>
              <a:buNone/>
            </a:pPr>
            <a:endParaRPr sz="2133" b="0" i="0" u="none" strike="noStrike" cap="none" dirty="0">
              <a:solidFill>
                <a:schemeClr val="dk1"/>
              </a:solidFill>
              <a:latin typeface="Arial Narrow"/>
              <a:ea typeface="Arial Narrow"/>
              <a:cs typeface="Arial Narrow"/>
              <a:sym typeface="Arial Narrow"/>
            </a:endParaRPr>
          </a:p>
          <a:p>
            <a:pPr marL="548626" marR="0" lvl="0" indent="-548626" algn="ctr" rtl="0">
              <a:spcBef>
                <a:spcPts val="0"/>
              </a:spcBef>
              <a:spcAft>
                <a:spcPts val="0"/>
              </a:spcAft>
              <a:buNone/>
            </a:pPr>
            <a:endParaRPr sz="2133" b="0" i="0" u="none" strike="noStrike" cap="none" dirty="0">
              <a:solidFill>
                <a:schemeClr val="dk1"/>
              </a:solidFill>
              <a:latin typeface="Arial Narrow"/>
              <a:ea typeface="Arial Narrow"/>
              <a:cs typeface="Arial Narrow"/>
              <a:sym typeface="Arial Narrow"/>
            </a:endParaRPr>
          </a:p>
          <a:p>
            <a:pPr marL="548626" marR="0" lvl="0" indent="-548626" algn="ctr" rtl="0">
              <a:spcBef>
                <a:spcPts val="0"/>
              </a:spcBef>
              <a:spcAft>
                <a:spcPts val="0"/>
              </a:spcAft>
              <a:buNone/>
            </a:pPr>
            <a:endParaRPr sz="2133" b="0" i="0" u="none" strike="noStrike" cap="none" dirty="0">
              <a:solidFill>
                <a:schemeClr val="dk1"/>
              </a:solidFill>
              <a:latin typeface="Arial Narrow"/>
              <a:ea typeface="Arial Narrow"/>
              <a:cs typeface="Arial Narrow"/>
              <a:sym typeface="Arial Narrow"/>
            </a:endParaRPr>
          </a:p>
          <a:p>
            <a:pPr marL="548626" marR="0" lvl="0" indent="-548626" algn="ctr" rtl="0">
              <a:spcBef>
                <a:spcPts val="0"/>
              </a:spcBef>
              <a:spcAft>
                <a:spcPts val="0"/>
              </a:spcAft>
              <a:buNone/>
            </a:pPr>
            <a:endParaRPr sz="2133" b="0" i="0" u="none" strike="noStrike" cap="none" dirty="0">
              <a:solidFill>
                <a:schemeClr val="dk1"/>
              </a:solidFill>
              <a:latin typeface="Arial Narrow"/>
              <a:ea typeface="Arial Narrow"/>
              <a:cs typeface="Arial Narrow"/>
              <a:sym typeface="Arial Narrow"/>
            </a:endParaRPr>
          </a:p>
          <a:p>
            <a:pPr marL="548626" marR="0" lvl="0" indent="-548626" algn="ctr" rtl="0">
              <a:spcBef>
                <a:spcPts val="0"/>
              </a:spcBef>
              <a:spcAft>
                <a:spcPts val="0"/>
              </a:spcAft>
              <a:buNone/>
            </a:pPr>
            <a:endParaRPr sz="2133" b="0" i="0" u="none" strike="noStrike" cap="none" dirty="0">
              <a:solidFill>
                <a:schemeClr val="dk1"/>
              </a:solidFill>
              <a:latin typeface="Arial Narrow"/>
              <a:ea typeface="Arial Narrow"/>
              <a:cs typeface="Arial Narrow"/>
              <a:sym typeface="Arial Narrow"/>
            </a:endParaRPr>
          </a:p>
          <a:p>
            <a:pPr marL="548626" marR="0" lvl="0" indent="-548626" algn="ctr" rtl="0">
              <a:spcBef>
                <a:spcPts val="0"/>
              </a:spcBef>
              <a:spcAft>
                <a:spcPts val="0"/>
              </a:spcAft>
              <a:buNone/>
            </a:pPr>
            <a:endParaRPr sz="2133" b="0" i="0" u="none" strike="noStrike" cap="none" dirty="0">
              <a:solidFill>
                <a:schemeClr val="dk1"/>
              </a:solidFill>
              <a:latin typeface="Arial Narrow"/>
              <a:ea typeface="Arial Narrow"/>
              <a:cs typeface="Arial Narrow"/>
              <a:sym typeface="Arial Narrow"/>
            </a:endParaRPr>
          </a:p>
          <a:p>
            <a:pPr marL="548626" marR="0" lvl="0" indent="-548626" algn="l" rtl="0">
              <a:spcBef>
                <a:spcPts val="0"/>
              </a:spcBef>
              <a:spcAft>
                <a:spcPts val="0"/>
              </a:spcAft>
              <a:buNone/>
            </a:pPr>
            <a:endParaRPr sz="2133" b="0" i="0" u="none" strike="noStrike" cap="none" dirty="0">
              <a:solidFill>
                <a:schemeClr val="dk1"/>
              </a:solidFill>
              <a:latin typeface="Arial Narrow"/>
              <a:ea typeface="Arial Narrow"/>
              <a:cs typeface="Arial Narrow"/>
              <a:sym typeface="Arial Narrow"/>
            </a:endParaRPr>
          </a:p>
          <a:p>
            <a:pPr marL="548626" marR="0" lvl="0" indent="-548626" algn="just" rtl="0">
              <a:spcBef>
                <a:spcPts val="0"/>
              </a:spcBef>
              <a:spcAft>
                <a:spcPts val="0"/>
              </a:spcAft>
              <a:buNone/>
            </a:pPr>
            <a:endParaRPr sz="2987" b="0" i="0" u="none" strike="noStrike" cap="none" dirty="0">
              <a:solidFill>
                <a:schemeClr val="dk1"/>
              </a:solidFill>
              <a:latin typeface="Arial Narrow"/>
              <a:ea typeface="Arial Narrow"/>
              <a:cs typeface="Arial Narrow"/>
              <a:sym typeface="Arial Narrow"/>
            </a:endParaRPr>
          </a:p>
          <a:p>
            <a:pPr marL="548626" marR="0" lvl="0" indent="-548626" algn="just" rtl="0">
              <a:spcBef>
                <a:spcPts val="0"/>
              </a:spcBef>
              <a:spcAft>
                <a:spcPts val="0"/>
              </a:spcAft>
              <a:buNone/>
            </a:pPr>
            <a:endParaRPr sz="2987" b="0" i="0" u="none" strike="noStrike" cap="none" dirty="0">
              <a:solidFill>
                <a:schemeClr val="dk1"/>
              </a:solidFill>
              <a:latin typeface="Arial Narrow"/>
              <a:ea typeface="Arial Narrow"/>
              <a:cs typeface="Arial Narrow"/>
              <a:sym typeface="Arial Narrow"/>
            </a:endParaRPr>
          </a:p>
          <a:p>
            <a:pPr marL="548626" marR="0" lvl="0" indent="-548626" algn="l" rtl="0">
              <a:spcBef>
                <a:spcPts val="0"/>
              </a:spcBef>
              <a:spcAft>
                <a:spcPts val="0"/>
              </a:spcAft>
              <a:buNone/>
            </a:pPr>
            <a:endParaRPr sz="2667" b="1" i="0" u="none" strike="noStrike" cap="none" dirty="0">
              <a:solidFill>
                <a:schemeClr val="dk1"/>
              </a:solidFill>
              <a:latin typeface="Arial Narrow"/>
              <a:ea typeface="Arial Narrow"/>
              <a:cs typeface="Arial Narrow"/>
              <a:sym typeface="Arial Narrow"/>
            </a:endParaRPr>
          </a:p>
        </p:txBody>
      </p:sp>
      <p:sp>
        <p:nvSpPr>
          <p:cNvPr id="164" name="Google Shape;164;p1"/>
          <p:cNvSpPr txBox="1"/>
          <p:nvPr/>
        </p:nvSpPr>
        <p:spPr>
          <a:xfrm>
            <a:off x="12202758" y="12596594"/>
            <a:ext cx="8873100" cy="11393261"/>
          </a:xfrm>
          <a:prstGeom prst="rect">
            <a:avLst/>
          </a:prstGeom>
          <a:noFill/>
          <a:ln>
            <a:noFill/>
          </a:ln>
        </p:spPr>
        <p:txBody>
          <a:bodyPr spcFirstLastPara="1" wrap="square" lIns="406375" tIns="406375" rIns="406375" bIns="406375" anchor="t" anchorCtr="0">
            <a:spAutoFit/>
          </a:bodyPr>
          <a:lstStyle/>
          <a:p>
            <a:pPr marL="548626" lvl="0" indent="-548626" algn="just" rtl="0">
              <a:spcBef>
                <a:spcPts val="0"/>
              </a:spcBef>
              <a:spcAft>
                <a:spcPts val="0"/>
              </a:spcAft>
              <a:buClr>
                <a:schemeClr val="dk1"/>
              </a:buClr>
              <a:buFont typeface="Arial"/>
              <a:buNone/>
            </a:pPr>
            <a:r>
              <a:rPr lang="en-US" sz="2987" b="1" dirty="0">
                <a:solidFill>
                  <a:schemeClr val="dk1"/>
                </a:solidFill>
                <a:latin typeface="Arial Narrow"/>
                <a:ea typeface="Arial Narrow"/>
                <a:cs typeface="Arial Narrow"/>
                <a:sym typeface="Arial Narrow"/>
              </a:rPr>
              <a:t>Developing The Flocking System</a:t>
            </a:r>
            <a:endParaRPr sz="2987" dirty="0">
              <a:solidFill>
                <a:schemeClr val="dk1"/>
              </a:solidFill>
              <a:latin typeface="Arial Narrow"/>
              <a:ea typeface="Arial Narrow"/>
              <a:cs typeface="Arial Narrow"/>
              <a:sym typeface="Arial Narrow"/>
            </a:endParaRPr>
          </a:p>
          <a:p>
            <a:pPr marL="0" marR="0" lvl="0" indent="0" algn="l" rtl="0">
              <a:spcBef>
                <a:spcPts val="0"/>
              </a:spcBef>
              <a:spcAft>
                <a:spcPts val="0"/>
              </a:spcAft>
              <a:buNone/>
            </a:pPr>
            <a:endParaRPr sz="2987" dirty="0">
              <a:solidFill>
                <a:schemeClr val="dk1"/>
              </a:solidFill>
              <a:latin typeface="Arial Narrow"/>
              <a:ea typeface="Arial Narrow"/>
              <a:cs typeface="Arial Narrow"/>
              <a:sym typeface="Arial Narrow"/>
            </a:endParaRPr>
          </a:p>
          <a:p>
            <a:pPr marL="0" marR="0" lvl="0" indent="0" algn="l" rtl="0">
              <a:spcBef>
                <a:spcPts val="0"/>
              </a:spcBef>
              <a:spcAft>
                <a:spcPts val="0"/>
              </a:spcAft>
              <a:buNone/>
            </a:pPr>
            <a:r>
              <a:rPr lang="en-US" sz="2987" dirty="0">
                <a:solidFill>
                  <a:schemeClr val="dk1"/>
                </a:solidFill>
                <a:latin typeface="Arial Narrow"/>
                <a:ea typeface="Arial Narrow"/>
                <a:cs typeface="Arial Narrow"/>
                <a:sym typeface="Arial Narrow"/>
              </a:rPr>
              <a:t>Using Reynolds’ algorithm and code implementation examples from the course textbook [3], I added multiple functionalities to the simulation. Firstly, collision avoidance, velocity matching, and centering made up the foundation of flocking forces acting on the </a:t>
            </a:r>
            <a:r>
              <a:rPr lang="en-US" sz="2987" dirty="0" err="1">
                <a:solidFill>
                  <a:schemeClr val="dk1"/>
                </a:solidFill>
                <a:latin typeface="Arial Narrow"/>
                <a:ea typeface="Arial Narrow"/>
                <a:cs typeface="Arial Narrow"/>
                <a:sym typeface="Arial Narrow"/>
              </a:rPr>
              <a:t>boids</a:t>
            </a:r>
            <a:r>
              <a:rPr lang="en-US" sz="2987" dirty="0">
                <a:solidFill>
                  <a:schemeClr val="dk1"/>
                </a:solidFill>
                <a:latin typeface="Arial Narrow"/>
                <a:ea typeface="Arial Narrow"/>
                <a:cs typeface="Arial Narrow"/>
                <a:sym typeface="Arial Narrow"/>
              </a:rPr>
              <a:t>. Acceleration prioritization was applied to these forces using a max acceleration, distance thresholds, and a field of view. Banking angle was computed to determine how far a </a:t>
            </a:r>
            <a:r>
              <a:rPr lang="en-US" sz="2987" dirty="0" err="1">
                <a:solidFill>
                  <a:schemeClr val="dk1"/>
                </a:solidFill>
                <a:latin typeface="Arial Narrow"/>
                <a:ea typeface="Arial Narrow"/>
                <a:cs typeface="Arial Narrow"/>
                <a:sym typeface="Arial Narrow"/>
              </a:rPr>
              <a:t>boid</a:t>
            </a:r>
            <a:r>
              <a:rPr lang="en-US" sz="2987" dirty="0">
                <a:solidFill>
                  <a:schemeClr val="dk1"/>
                </a:solidFill>
                <a:latin typeface="Arial Narrow"/>
                <a:ea typeface="Arial Narrow"/>
                <a:cs typeface="Arial Narrow"/>
                <a:sym typeface="Arial Narrow"/>
              </a:rPr>
              <a:t> should rotate along its local x-axis during a turn. </a:t>
            </a:r>
          </a:p>
          <a:p>
            <a:pPr marL="0" marR="0" lvl="0" indent="0" algn="l" rtl="0">
              <a:spcBef>
                <a:spcPts val="0"/>
              </a:spcBef>
              <a:spcAft>
                <a:spcPts val="0"/>
              </a:spcAft>
              <a:buNone/>
            </a:pPr>
            <a:endParaRPr lang="en-US" sz="2987" dirty="0">
              <a:solidFill>
                <a:schemeClr val="dk1"/>
              </a:solidFill>
              <a:latin typeface="Arial Narrow"/>
              <a:ea typeface="Arial Narrow"/>
              <a:cs typeface="Arial Narrow"/>
              <a:sym typeface="Arial Narrow"/>
            </a:endParaRPr>
          </a:p>
          <a:p>
            <a:pPr marL="0" marR="0" lvl="0" indent="0" algn="l" rtl="0">
              <a:spcBef>
                <a:spcPts val="0"/>
              </a:spcBef>
              <a:spcAft>
                <a:spcPts val="0"/>
              </a:spcAft>
              <a:buNone/>
            </a:pPr>
            <a:r>
              <a:rPr lang="en-US" sz="2987" dirty="0">
                <a:solidFill>
                  <a:schemeClr val="dk1"/>
                </a:solidFill>
                <a:latin typeface="Arial Narrow"/>
                <a:ea typeface="Arial Narrow"/>
                <a:cs typeface="Arial Narrow"/>
                <a:sym typeface="Arial Narrow"/>
              </a:rPr>
              <a:t>The most challenging implementation was boundary collision avoidance. The flock is encapsulated by a bounding box whose walls emit a repellent force when the </a:t>
            </a:r>
            <a:r>
              <a:rPr lang="en-US" sz="2987" dirty="0" err="1">
                <a:solidFill>
                  <a:schemeClr val="dk1"/>
                </a:solidFill>
                <a:latin typeface="Arial Narrow"/>
                <a:ea typeface="Arial Narrow"/>
                <a:cs typeface="Arial Narrow"/>
                <a:sym typeface="Arial Narrow"/>
              </a:rPr>
              <a:t>boids</a:t>
            </a:r>
            <a:r>
              <a:rPr lang="en-US" sz="2987" dirty="0">
                <a:solidFill>
                  <a:schemeClr val="dk1"/>
                </a:solidFill>
                <a:latin typeface="Arial Narrow"/>
                <a:ea typeface="Arial Narrow"/>
                <a:cs typeface="Arial Narrow"/>
                <a:sym typeface="Arial Narrow"/>
              </a:rPr>
              <a:t> get too close. Calculating this force stumped me, so I turned to the </a:t>
            </a:r>
            <a:r>
              <a:rPr lang="en-US" sz="2987" i="1" dirty="0">
                <a:solidFill>
                  <a:schemeClr val="dk1"/>
                </a:solidFill>
                <a:latin typeface="Arial Narrow"/>
                <a:ea typeface="Arial Narrow"/>
                <a:cs typeface="Arial Narrow"/>
                <a:sym typeface="Arial Narrow"/>
              </a:rPr>
              <a:t>Flocking Orchestra</a:t>
            </a:r>
            <a:r>
              <a:rPr lang="en-US" sz="2987" dirty="0">
                <a:solidFill>
                  <a:schemeClr val="dk1"/>
                </a:solidFill>
                <a:latin typeface="Arial Narrow"/>
                <a:ea typeface="Arial Narrow"/>
                <a:cs typeface="Arial Narrow"/>
                <a:sym typeface="Arial Narrow"/>
              </a:rPr>
              <a:t>’s source code and reworked </a:t>
            </a:r>
            <a:r>
              <a:rPr lang="en-US" sz="2987" dirty="0" err="1">
                <a:solidFill>
                  <a:schemeClr val="dk1"/>
                </a:solidFill>
                <a:latin typeface="Arial Narrow"/>
                <a:ea typeface="Arial Narrow"/>
                <a:cs typeface="Arial Narrow"/>
                <a:sym typeface="Arial Narrow"/>
              </a:rPr>
              <a:t>Unemi</a:t>
            </a:r>
            <a:r>
              <a:rPr lang="en-US" sz="2987" dirty="0">
                <a:solidFill>
                  <a:schemeClr val="dk1"/>
                </a:solidFill>
                <a:latin typeface="Arial Narrow"/>
                <a:ea typeface="Arial Narrow"/>
                <a:cs typeface="Arial Narrow"/>
                <a:sym typeface="Arial Narrow"/>
              </a:rPr>
              <a:t> and </a:t>
            </a:r>
            <a:r>
              <a:rPr lang="en-US" sz="2987" dirty="0" err="1">
                <a:solidFill>
                  <a:schemeClr val="dk1"/>
                </a:solidFill>
                <a:latin typeface="Arial Narrow"/>
                <a:ea typeface="Arial Narrow"/>
                <a:cs typeface="Arial Narrow"/>
                <a:sym typeface="Arial Narrow"/>
              </a:rPr>
              <a:t>Bisig’s</a:t>
            </a:r>
            <a:r>
              <a:rPr lang="en-US" sz="2987" dirty="0">
                <a:solidFill>
                  <a:schemeClr val="dk1"/>
                </a:solidFill>
                <a:latin typeface="Arial Narrow"/>
                <a:ea typeface="Arial Narrow"/>
                <a:cs typeface="Arial Narrow"/>
                <a:sym typeface="Arial Narrow"/>
              </a:rPr>
              <a:t> solution to fit my needs.</a:t>
            </a:r>
          </a:p>
          <a:p>
            <a:pPr marL="0" marR="0" lvl="0" indent="0" algn="l" rtl="0">
              <a:spcBef>
                <a:spcPts val="0"/>
              </a:spcBef>
              <a:spcAft>
                <a:spcPts val="0"/>
              </a:spcAft>
              <a:buNone/>
            </a:pPr>
            <a:endParaRPr lang="en-US" sz="2987" dirty="0">
              <a:solidFill>
                <a:schemeClr val="dk1"/>
              </a:solidFill>
              <a:latin typeface="Arial Narrow"/>
              <a:ea typeface="Arial Narrow"/>
              <a:cs typeface="Arial Narrow"/>
              <a:sym typeface="Arial Narrow"/>
            </a:endParaRPr>
          </a:p>
          <a:p>
            <a:pPr marL="0" marR="0" lvl="0" indent="0" algn="l" rtl="0">
              <a:spcBef>
                <a:spcPts val="0"/>
              </a:spcBef>
              <a:spcAft>
                <a:spcPts val="0"/>
              </a:spcAft>
              <a:buNone/>
            </a:pPr>
            <a:r>
              <a:rPr lang="en-US" sz="2987" dirty="0">
                <a:solidFill>
                  <a:schemeClr val="dk1"/>
                </a:solidFill>
                <a:latin typeface="Arial Narrow"/>
                <a:ea typeface="Arial Narrow"/>
                <a:cs typeface="Arial Narrow"/>
                <a:sym typeface="Arial Narrow"/>
              </a:rPr>
              <a:t>In the event that the boundary force fails to contain a </a:t>
            </a:r>
            <a:r>
              <a:rPr lang="en-US" sz="2987" dirty="0" err="1">
                <a:solidFill>
                  <a:schemeClr val="dk1"/>
                </a:solidFill>
                <a:latin typeface="Arial Narrow"/>
                <a:ea typeface="Arial Narrow"/>
                <a:cs typeface="Arial Narrow"/>
                <a:sym typeface="Arial Narrow"/>
              </a:rPr>
              <a:t>boid</a:t>
            </a:r>
            <a:r>
              <a:rPr lang="en-US" sz="2987" dirty="0">
                <a:solidFill>
                  <a:schemeClr val="dk1"/>
                </a:solidFill>
                <a:latin typeface="Arial Narrow"/>
                <a:ea typeface="Arial Narrow"/>
                <a:cs typeface="Arial Narrow"/>
                <a:sym typeface="Arial Narrow"/>
              </a:rPr>
              <a:t>, a wrapping feature was implemented as a failsafe. This wraps the </a:t>
            </a:r>
            <a:r>
              <a:rPr lang="en-US" sz="2987" dirty="0" err="1">
                <a:solidFill>
                  <a:schemeClr val="dk1"/>
                </a:solidFill>
                <a:latin typeface="Arial Narrow"/>
                <a:ea typeface="Arial Narrow"/>
                <a:cs typeface="Arial Narrow"/>
                <a:sym typeface="Arial Narrow"/>
              </a:rPr>
              <a:t>boid</a:t>
            </a:r>
            <a:r>
              <a:rPr lang="en-US" sz="2987" dirty="0">
                <a:solidFill>
                  <a:schemeClr val="dk1"/>
                </a:solidFill>
                <a:latin typeface="Arial Narrow"/>
                <a:ea typeface="Arial Narrow"/>
                <a:cs typeface="Arial Narrow"/>
                <a:sym typeface="Arial Narrow"/>
              </a:rPr>
              <a:t> back around to the opposite wall when they escape a boundary wall.</a:t>
            </a:r>
          </a:p>
        </p:txBody>
      </p:sp>
      <p:sp>
        <p:nvSpPr>
          <p:cNvPr id="165" name="Google Shape;165;p1"/>
          <p:cNvSpPr txBox="1"/>
          <p:nvPr/>
        </p:nvSpPr>
        <p:spPr>
          <a:xfrm>
            <a:off x="1076134" y="28637897"/>
            <a:ext cx="8873067" cy="3334517"/>
          </a:xfrm>
          <a:prstGeom prst="rect">
            <a:avLst/>
          </a:prstGeom>
          <a:noFill/>
          <a:ln>
            <a:noFill/>
          </a:ln>
        </p:spPr>
        <p:txBody>
          <a:bodyPr spcFirstLastPara="1" wrap="square" lIns="406375" tIns="406375" rIns="406375" bIns="406375" anchor="t" anchorCtr="0">
            <a:spAutoFit/>
          </a:bodyPr>
          <a:lstStyle/>
          <a:p>
            <a:pPr marL="0" marR="0" lvl="0" indent="0" algn="l" rtl="0">
              <a:spcBef>
                <a:spcPts val="0"/>
              </a:spcBef>
              <a:spcAft>
                <a:spcPts val="0"/>
              </a:spcAft>
              <a:buNone/>
            </a:pPr>
            <a:r>
              <a:rPr lang="en-US" sz="2987" b="1" dirty="0">
                <a:solidFill>
                  <a:schemeClr val="dk1"/>
                </a:solidFill>
                <a:latin typeface="Arial Narrow"/>
                <a:ea typeface="Arial Narrow"/>
                <a:cs typeface="Arial Narrow"/>
                <a:sym typeface="Arial Narrow"/>
              </a:rPr>
              <a:t>Maya</a:t>
            </a:r>
            <a:endParaRPr lang="en-US" sz="2987" dirty="0">
              <a:solidFill>
                <a:schemeClr val="dk1"/>
              </a:solidFill>
              <a:latin typeface="Arial Narrow"/>
              <a:ea typeface="Arial Narrow"/>
              <a:cs typeface="Arial Narrow"/>
              <a:sym typeface="Arial Narrow"/>
            </a:endParaRPr>
          </a:p>
          <a:p>
            <a:pPr marL="0" marR="0" lvl="0" indent="0" algn="l" rtl="0">
              <a:spcBef>
                <a:spcPts val="0"/>
              </a:spcBef>
              <a:spcAft>
                <a:spcPts val="0"/>
              </a:spcAft>
              <a:buNone/>
            </a:pPr>
            <a:endParaRPr lang="en-US" sz="2987" b="1" dirty="0">
              <a:solidFill>
                <a:schemeClr val="dk1"/>
              </a:solidFill>
              <a:latin typeface="Arial Narrow"/>
              <a:sym typeface="Arial Narrow"/>
            </a:endParaRPr>
          </a:p>
          <a:p>
            <a:pPr marL="0" marR="0" lvl="0" indent="0" algn="l" rtl="0">
              <a:spcBef>
                <a:spcPts val="0"/>
              </a:spcBef>
              <a:spcAft>
                <a:spcPts val="0"/>
              </a:spcAft>
              <a:buNone/>
            </a:pPr>
            <a:r>
              <a:rPr lang="en-US" sz="2987" dirty="0">
                <a:solidFill>
                  <a:schemeClr val="dk1"/>
                </a:solidFill>
                <a:latin typeface="Arial Narrow"/>
                <a:ea typeface="Arial Narrow"/>
                <a:cs typeface="Arial Narrow"/>
                <a:sym typeface="Arial Narrow"/>
              </a:rPr>
              <a:t>Maya, a 3D computer animation and modeling software, was used to create low-poly animated bird models to be used as sprites for our simulation’s </a:t>
            </a:r>
            <a:r>
              <a:rPr lang="en-US" sz="2987" dirty="0" err="1">
                <a:solidFill>
                  <a:schemeClr val="dk1"/>
                </a:solidFill>
                <a:latin typeface="Arial Narrow"/>
                <a:ea typeface="Arial Narrow"/>
                <a:cs typeface="Arial Narrow"/>
                <a:sym typeface="Arial Narrow"/>
              </a:rPr>
              <a:t>boids</a:t>
            </a:r>
            <a:r>
              <a:rPr lang="en-US" sz="2987" dirty="0">
                <a:solidFill>
                  <a:schemeClr val="dk1"/>
                </a:solidFill>
                <a:latin typeface="Arial Narrow"/>
                <a:ea typeface="Arial Narrow"/>
                <a:cs typeface="Arial Narrow"/>
                <a:sym typeface="Arial Narrow"/>
              </a:rPr>
              <a:t>.</a:t>
            </a:r>
            <a:endParaRPr lang="en-US" sz="2987" b="1" dirty="0">
              <a:solidFill>
                <a:schemeClr val="dk1"/>
              </a:solidFill>
              <a:latin typeface="Arial Narrow"/>
              <a:sym typeface="Arial Narrow"/>
            </a:endParaRPr>
          </a:p>
          <a:p>
            <a:pPr marL="0" marR="0" lvl="0" indent="0" algn="l" rtl="0">
              <a:spcBef>
                <a:spcPts val="0"/>
              </a:spcBef>
              <a:spcAft>
                <a:spcPts val="0"/>
              </a:spcAft>
              <a:buNone/>
            </a:pPr>
            <a:endParaRPr b="1" dirty="0"/>
          </a:p>
        </p:txBody>
      </p:sp>
      <p:sp>
        <p:nvSpPr>
          <p:cNvPr id="166" name="Google Shape;166;p1"/>
          <p:cNvSpPr txBox="1"/>
          <p:nvPr/>
        </p:nvSpPr>
        <p:spPr>
          <a:xfrm>
            <a:off x="11510433" y="5651887"/>
            <a:ext cx="9965267" cy="525094"/>
          </a:xfrm>
          <a:prstGeom prst="rect">
            <a:avLst/>
          </a:prstGeom>
          <a:solidFill>
            <a:schemeClr val="accent2"/>
          </a:solidFill>
          <a:ln>
            <a:noFill/>
          </a:ln>
        </p:spPr>
        <p:txBody>
          <a:bodyPr spcFirstLastPara="1" wrap="square" lIns="81100" tIns="40550" rIns="81100" bIns="40550" anchor="t" anchorCtr="0">
            <a:spAutoFit/>
          </a:bodyPr>
          <a:lstStyle/>
          <a:p>
            <a:pPr marL="0" marR="0" lvl="0" indent="0" algn="ctr" rtl="0">
              <a:spcBef>
                <a:spcPts val="0"/>
              </a:spcBef>
              <a:spcAft>
                <a:spcPts val="0"/>
              </a:spcAft>
              <a:buNone/>
            </a:pPr>
            <a:r>
              <a:rPr lang="en-US" sz="2880" b="1" i="0" u="none" strike="noStrike" cap="none">
                <a:solidFill>
                  <a:srgbClr val="F8F8F8"/>
                </a:solidFill>
                <a:latin typeface="Arial Narrow"/>
                <a:ea typeface="Arial Narrow"/>
                <a:cs typeface="Arial Narrow"/>
                <a:sym typeface="Arial Narrow"/>
              </a:rPr>
              <a:t>Methodology</a:t>
            </a:r>
            <a:endParaRPr/>
          </a:p>
        </p:txBody>
      </p:sp>
      <p:sp>
        <p:nvSpPr>
          <p:cNvPr id="167" name="Google Shape;167;p1"/>
          <p:cNvSpPr txBox="1"/>
          <p:nvPr/>
        </p:nvSpPr>
        <p:spPr>
          <a:xfrm>
            <a:off x="12102180" y="29443967"/>
            <a:ext cx="8839200" cy="1931001"/>
          </a:xfrm>
          <a:prstGeom prst="rect">
            <a:avLst/>
          </a:prstGeom>
          <a:noFill/>
          <a:ln>
            <a:noFill/>
          </a:ln>
        </p:spPr>
        <p:txBody>
          <a:bodyPr spcFirstLastPara="1" wrap="square" lIns="91425" tIns="45700" rIns="91425" bIns="45700" anchor="t" anchorCtr="0">
            <a:spAutoFit/>
          </a:bodyPr>
          <a:lstStyle/>
          <a:p>
            <a:pPr marL="406389" marR="0" lvl="2" indent="0" algn="l" rtl="0">
              <a:spcBef>
                <a:spcPts val="0"/>
              </a:spcBef>
              <a:spcAft>
                <a:spcPts val="0"/>
              </a:spcAft>
              <a:buNone/>
            </a:pPr>
            <a:r>
              <a:rPr lang="en-US" sz="2987" b="1" dirty="0">
                <a:solidFill>
                  <a:schemeClr val="dk1"/>
                </a:solidFill>
                <a:latin typeface="Arial Narrow"/>
                <a:ea typeface="Arial Narrow"/>
                <a:cs typeface="Arial Narrow"/>
                <a:sym typeface="Arial Narrow"/>
              </a:rPr>
              <a:t>Developing the Sound System</a:t>
            </a:r>
            <a:endParaRPr sz="2987" b="1" dirty="0">
              <a:solidFill>
                <a:schemeClr val="dk1"/>
              </a:solidFill>
              <a:latin typeface="Arial Narrow"/>
              <a:ea typeface="Arial Narrow"/>
              <a:cs typeface="Arial Narrow"/>
              <a:sym typeface="Arial Narrow"/>
            </a:endParaRPr>
          </a:p>
          <a:p>
            <a:pPr marL="406390" marR="0" lvl="2" indent="0" algn="l" rtl="0">
              <a:spcBef>
                <a:spcPts val="0"/>
              </a:spcBef>
              <a:spcAft>
                <a:spcPts val="0"/>
              </a:spcAft>
              <a:buNone/>
            </a:pPr>
            <a:endParaRPr sz="2987" b="1" dirty="0">
              <a:solidFill>
                <a:schemeClr val="dk1"/>
              </a:solidFill>
              <a:latin typeface="Arial Narrow"/>
              <a:ea typeface="Arial Narrow"/>
              <a:cs typeface="Arial Narrow"/>
              <a:sym typeface="Arial Narrow"/>
            </a:endParaRPr>
          </a:p>
          <a:p>
            <a:pPr marL="406389" marR="0" lvl="2" indent="0" algn="l" rtl="0">
              <a:spcBef>
                <a:spcPts val="0"/>
              </a:spcBef>
              <a:spcAft>
                <a:spcPts val="0"/>
              </a:spcAft>
              <a:buNone/>
            </a:pPr>
            <a:r>
              <a:rPr lang="en-US" sz="2987" dirty="0">
                <a:solidFill>
                  <a:schemeClr val="dk1"/>
                </a:solidFill>
                <a:latin typeface="Arial Narrow"/>
                <a:ea typeface="Arial Narrow"/>
                <a:cs typeface="Arial Narrow"/>
                <a:sym typeface="Arial Narrow"/>
              </a:rPr>
              <a:t>The orchestra’s sound design was made up of three main components: instrument, tempo, and pitch.</a:t>
            </a:r>
          </a:p>
        </p:txBody>
      </p:sp>
      <p:sp>
        <p:nvSpPr>
          <p:cNvPr id="168" name="Google Shape;168;p1"/>
          <p:cNvSpPr/>
          <p:nvPr/>
        </p:nvSpPr>
        <p:spPr>
          <a:xfrm>
            <a:off x="294218" y="674666"/>
            <a:ext cx="10373784" cy="1854635"/>
          </a:xfrm>
          <a:prstGeom prst="rect">
            <a:avLst/>
          </a:prstGeom>
          <a:noFill/>
          <a:ln>
            <a:noFill/>
          </a:ln>
        </p:spPr>
        <p:txBody>
          <a:bodyPr spcFirstLastPara="1" wrap="square" lIns="81100" tIns="40525" rIns="81100" bIns="40525" anchor="t" anchorCtr="0">
            <a:spAutoFit/>
          </a:bodyPr>
          <a:lstStyle/>
          <a:p>
            <a:pPr marL="0" marR="0" lvl="0" indent="0" algn="ctr" rtl="0">
              <a:spcBef>
                <a:spcPts val="0"/>
              </a:spcBef>
              <a:spcAft>
                <a:spcPts val="0"/>
              </a:spcAft>
              <a:buNone/>
            </a:pPr>
            <a:r>
              <a:rPr lang="en-US" sz="5760" b="1" dirty="0">
                <a:solidFill>
                  <a:srgbClr val="FFFFFF"/>
                </a:solidFill>
                <a:latin typeface="Arial"/>
                <a:ea typeface="Arial"/>
                <a:cs typeface="Arial"/>
                <a:sym typeface="Arial"/>
              </a:rPr>
              <a:t>Computer </a:t>
            </a:r>
            <a:r>
              <a:rPr lang="en-US" sz="5760" b="1" dirty="0">
                <a:solidFill>
                  <a:srgbClr val="FFFFFF"/>
                </a:solidFill>
              </a:rPr>
              <a:t>Science</a:t>
            </a:r>
            <a:r>
              <a:rPr lang="en-US" sz="5760" b="1" dirty="0">
                <a:solidFill>
                  <a:srgbClr val="FFFFFF"/>
                </a:solidFill>
                <a:latin typeface="Arial"/>
                <a:ea typeface="Arial"/>
                <a:cs typeface="Arial"/>
                <a:sym typeface="Arial"/>
              </a:rPr>
              <a:t> Department</a:t>
            </a:r>
            <a:endParaRPr dirty="0"/>
          </a:p>
        </p:txBody>
      </p:sp>
      <p:sp>
        <p:nvSpPr>
          <p:cNvPr id="169" name="Google Shape;169;p1"/>
          <p:cNvSpPr/>
          <p:nvPr/>
        </p:nvSpPr>
        <p:spPr>
          <a:xfrm>
            <a:off x="33077150" y="674666"/>
            <a:ext cx="9975849" cy="1312948"/>
          </a:xfrm>
          <a:prstGeom prst="rect">
            <a:avLst/>
          </a:prstGeom>
          <a:noFill/>
          <a:ln>
            <a:noFill/>
          </a:ln>
        </p:spPr>
        <p:txBody>
          <a:bodyPr spcFirstLastPara="1" wrap="square" lIns="81100" tIns="40525" rIns="81100" bIns="40525" anchor="t" anchorCtr="0">
            <a:spAutoFit/>
          </a:bodyPr>
          <a:lstStyle/>
          <a:p>
            <a:pPr marL="0" marR="0" lvl="0" indent="0" algn="l" rtl="0">
              <a:spcBef>
                <a:spcPts val="0"/>
              </a:spcBef>
              <a:spcAft>
                <a:spcPts val="0"/>
              </a:spcAft>
              <a:buNone/>
            </a:pPr>
            <a:r>
              <a:rPr lang="en-US" sz="4000" b="1" dirty="0">
                <a:solidFill>
                  <a:srgbClr val="FFFFFF"/>
                </a:solidFill>
              </a:rPr>
              <a:t>Victoria Vo</a:t>
            </a:r>
            <a:endParaRPr sz="4000" dirty="0"/>
          </a:p>
          <a:p>
            <a:pPr marL="0" marR="0" lvl="0" indent="0" algn="ctr" rtl="0">
              <a:spcBef>
                <a:spcPts val="0"/>
              </a:spcBef>
              <a:spcAft>
                <a:spcPts val="0"/>
              </a:spcAft>
              <a:buNone/>
            </a:pPr>
            <a:endParaRPr sz="4000" b="1" dirty="0">
              <a:solidFill>
                <a:srgbClr val="FFFFFF"/>
              </a:solidFill>
              <a:latin typeface="Arial"/>
              <a:ea typeface="Arial"/>
              <a:cs typeface="Arial"/>
              <a:sym typeface="Arial"/>
            </a:endParaRPr>
          </a:p>
        </p:txBody>
      </p:sp>
      <p:pic>
        <p:nvPicPr>
          <p:cNvPr id="170" name="Google Shape;170;p1"/>
          <p:cNvPicPr preferRelativeResize="0"/>
          <p:nvPr/>
        </p:nvPicPr>
        <p:blipFill rotWithShape="1">
          <a:blip r:embed="rId4">
            <a:alphaModFix/>
          </a:blip>
          <a:srcRect/>
          <a:stretch/>
        </p:blipFill>
        <p:spPr>
          <a:xfrm>
            <a:off x="4357040" y="2608906"/>
            <a:ext cx="1600351" cy="1965631"/>
          </a:xfrm>
          <a:prstGeom prst="rect">
            <a:avLst/>
          </a:prstGeom>
          <a:noFill/>
          <a:ln>
            <a:noFill/>
          </a:ln>
        </p:spPr>
      </p:pic>
      <p:sp>
        <p:nvSpPr>
          <p:cNvPr id="174" name="Google Shape;174;p1"/>
          <p:cNvSpPr txBox="1"/>
          <p:nvPr/>
        </p:nvSpPr>
        <p:spPr>
          <a:xfrm>
            <a:off x="22885980" y="15802743"/>
            <a:ext cx="8873100" cy="5028300"/>
          </a:xfrm>
          <a:prstGeom prst="rect">
            <a:avLst/>
          </a:prstGeom>
          <a:noFill/>
          <a:ln>
            <a:noFill/>
          </a:ln>
        </p:spPr>
        <p:txBody>
          <a:bodyPr spcFirstLastPara="1" wrap="square" lIns="406375" tIns="406375" rIns="406375" bIns="406375" anchor="t" anchorCtr="0">
            <a:noAutofit/>
          </a:bodyPr>
          <a:lstStyle/>
          <a:p>
            <a:pPr marL="548626" lvl="0" indent="-548626" algn="just" rtl="0">
              <a:spcBef>
                <a:spcPts val="0"/>
              </a:spcBef>
              <a:spcAft>
                <a:spcPts val="0"/>
              </a:spcAft>
              <a:buClr>
                <a:schemeClr val="dk1"/>
              </a:buClr>
              <a:buFont typeface="Arial"/>
              <a:buNone/>
            </a:pPr>
            <a:r>
              <a:rPr lang="en-US" sz="2987" b="1" dirty="0">
                <a:solidFill>
                  <a:schemeClr val="dk1"/>
                </a:solidFill>
                <a:latin typeface="Arial Narrow"/>
                <a:ea typeface="Arial Narrow"/>
                <a:cs typeface="Arial Narrow"/>
                <a:sym typeface="Arial Narrow"/>
              </a:rPr>
              <a:t>The Flocking Simulation</a:t>
            </a:r>
            <a:endParaRPr sz="2987" dirty="0">
              <a:solidFill>
                <a:schemeClr val="dk1"/>
              </a:solidFill>
              <a:latin typeface="Arial Narrow"/>
              <a:ea typeface="Arial Narrow"/>
              <a:cs typeface="Arial Narrow"/>
              <a:sym typeface="Arial Narrow"/>
            </a:endParaRPr>
          </a:p>
          <a:p>
            <a:pPr marL="0" marR="0" lvl="0" indent="0" algn="l" rtl="0">
              <a:spcBef>
                <a:spcPts val="0"/>
              </a:spcBef>
              <a:spcAft>
                <a:spcPts val="0"/>
              </a:spcAft>
              <a:buNone/>
            </a:pPr>
            <a:endParaRPr sz="2987" dirty="0">
              <a:solidFill>
                <a:schemeClr val="dk1"/>
              </a:solidFill>
              <a:latin typeface="Arial Narrow"/>
              <a:ea typeface="Arial Narrow"/>
              <a:cs typeface="Arial Narrow"/>
              <a:sym typeface="Arial Narrow"/>
            </a:endParaRPr>
          </a:p>
          <a:p>
            <a:pPr marL="0" marR="0" lvl="0" indent="0" algn="l" rtl="0">
              <a:spcBef>
                <a:spcPts val="0"/>
              </a:spcBef>
              <a:spcAft>
                <a:spcPts val="0"/>
              </a:spcAft>
              <a:buNone/>
            </a:pPr>
            <a:r>
              <a:rPr lang="en-US" sz="2987" dirty="0">
                <a:solidFill>
                  <a:schemeClr val="dk1"/>
                </a:solidFill>
                <a:latin typeface="Arial Narrow"/>
                <a:ea typeface="Arial Narrow"/>
                <a:cs typeface="Arial Narrow"/>
                <a:sym typeface="Arial Narrow"/>
              </a:rPr>
              <a:t>The resulting application seen by the viewer is shown below. In the center, the flocking simulation is played with fifty </a:t>
            </a:r>
            <a:r>
              <a:rPr lang="en-US" sz="2987" dirty="0" err="1">
                <a:solidFill>
                  <a:schemeClr val="dk1"/>
                </a:solidFill>
                <a:latin typeface="Arial Narrow"/>
                <a:ea typeface="Arial Narrow"/>
                <a:cs typeface="Arial Narrow"/>
                <a:sym typeface="Arial Narrow"/>
              </a:rPr>
              <a:t>boids</a:t>
            </a:r>
            <a:r>
              <a:rPr lang="en-US" sz="2987" dirty="0">
                <a:solidFill>
                  <a:schemeClr val="dk1"/>
                </a:solidFill>
                <a:latin typeface="Arial Narrow"/>
                <a:ea typeface="Arial Narrow"/>
                <a:cs typeface="Arial Narrow"/>
                <a:sym typeface="Arial Narrow"/>
              </a:rPr>
              <a:t>. Viewers can adjust flocking behavior parameters in real-time using the GUI panel. This includes changing the collision avoidance, velocity matching, and centering scalers, banking and smoothing factors, and turbulence force ranges. In the lower left corner, the frame rate is printed. </a:t>
            </a:r>
            <a:endParaRPr dirty="0"/>
          </a:p>
        </p:txBody>
      </p:sp>
      <p:sp>
        <p:nvSpPr>
          <p:cNvPr id="175" name="Google Shape;175;p1"/>
          <p:cNvSpPr txBox="1"/>
          <p:nvPr/>
        </p:nvSpPr>
        <p:spPr>
          <a:xfrm>
            <a:off x="22838042" y="26344681"/>
            <a:ext cx="8839200" cy="5434798"/>
          </a:xfrm>
          <a:prstGeom prst="rect">
            <a:avLst/>
          </a:prstGeom>
          <a:noFill/>
          <a:ln>
            <a:noFill/>
          </a:ln>
        </p:spPr>
        <p:txBody>
          <a:bodyPr spcFirstLastPara="1" wrap="square" lIns="91425" tIns="45700" rIns="91425" bIns="45700" anchor="t" anchorCtr="0">
            <a:noAutofit/>
          </a:bodyPr>
          <a:lstStyle/>
          <a:p>
            <a:pPr marL="406389" marR="0" lvl="2" indent="0" algn="l" rtl="0">
              <a:spcBef>
                <a:spcPts val="0"/>
              </a:spcBef>
              <a:spcAft>
                <a:spcPts val="0"/>
              </a:spcAft>
              <a:buNone/>
            </a:pPr>
            <a:r>
              <a:rPr lang="en-US" sz="2987" b="1" dirty="0">
                <a:solidFill>
                  <a:schemeClr val="dk1"/>
                </a:solidFill>
                <a:latin typeface="Arial Narrow"/>
                <a:ea typeface="Arial Narrow"/>
                <a:cs typeface="Arial Narrow"/>
                <a:sym typeface="Arial Narrow"/>
              </a:rPr>
              <a:t>The Procedural Orchestra</a:t>
            </a:r>
            <a:endParaRPr sz="2987" b="1" dirty="0">
              <a:solidFill>
                <a:schemeClr val="dk1"/>
              </a:solidFill>
              <a:latin typeface="Arial Narrow"/>
              <a:ea typeface="Arial Narrow"/>
              <a:cs typeface="Arial Narrow"/>
              <a:sym typeface="Arial Narrow"/>
            </a:endParaRPr>
          </a:p>
          <a:p>
            <a:pPr marL="406389" marR="0" lvl="2" indent="0" algn="l" rtl="0">
              <a:spcBef>
                <a:spcPts val="0"/>
              </a:spcBef>
              <a:spcAft>
                <a:spcPts val="0"/>
              </a:spcAft>
              <a:buNone/>
            </a:pPr>
            <a:endParaRPr sz="2987" b="1" dirty="0">
              <a:solidFill>
                <a:schemeClr val="dk1"/>
              </a:solidFill>
              <a:latin typeface="Arial Narrow"/>
              <a:ea typeface="Arial Narrow"/>
              <a:cs typeface="Arial Narrow"/>
              <a:sym typeface="Arial Narrow"/>
            </a:endParaRPr>
          </a:p>
          <a:p>
            <a:pPr marL="406389" marR="0" lvl="2" indent="0" algn="l" rtl="0">
              <a:spcBef>
                <a:spcPts val="0"/>
              </a:spcBef>
              <a:spcAft>
                <a:spcPts val="0"/>
              </a:spcAft>
              <a:buNone/>
            </a:pPr>
            <a:r>
              <a:rPr lang="en-US" sz="2987" dirty="0">
                <a:solidFill>
                  <a:schemeClr val="dk1"/>
                </a:solidFill>
                <a:latin typeface="Arial Narrow"/>
                <a:ea typeface="Arial Narrow"/>
                <a:cs typeface="Arial Narrow"/>
                <a:sym typeface="Arial Narrow"/>
              </a:rPr>
              <a:t>The GUI panel includes a slider that controls the </a:t>
            </a:r>
            <a:r>
              <a:rPr lang="en-US" sz="2987" dirty="0" err="1">
                <a:solidFill>
                  <a:schemeClr val="dk1"/>
                </a:solidFill>
                <a:latin typeface="Arial Narrow"/>
                <a:ea typeface="Arial Narrow"/>
                <a:cs typeface="Arial Narrow"/>
                <a:sym typeface="Arial Narrow"/>
              </a:rPr>
              <a:t>boids’</a:t>
            </a:r>
            <a:r>
              <a:rPr lang="en-US" sz="2987" dirty="0">
                <a:solidFill>
                  <a:schemeClr val="dk1"/>
                </a:solidFill>
                <a:latin typeface="Arial Narrow"/>
                <a:ea typeface="Arial Narrow"/>
                <a:cs typeface="Arial Narrow"/>
                <a:sym typeface="Arial Narrow"/>
              </a:rPr>
              <a:t> baseline tempos. Increasing the slider will increase the rate of sounds being played, while decreasing it will cause the sounds to be more spaced apart.</a:t>
            </a:r>
          </a:p>
          <a:p>
            <a:pPr marL="406389" marR="0" lvl="2" indent="0" algn="l" rtl="0">
              <a:spcBef>
                <a:spcPts val="0"/>
              </a:spcBef>
              <a:spcAft>
                <a:spcPts val="0"/>
              </a:spcAft>
              <a:buNone/>
            </a:pPr>
            <a:endParaRPr lang="en-US" sz="2987" dirty="0">
              <a:solidFill>
                <a:schemeClr val="dk1"/>
              </a:solidFill>
              <a:latin typeface="Arial Narrow"/>
              <a:ea typeface="Arial Narrow"/>
              <a:cs typeface="Arial Narrow"/>
              <a:sym typeface="Arial Narrow"/>
            </a:endParaRPr>
          </a:p>
          <a:p>
            <a:pPr marL="406389" marR="0" lvl="2" indent="0" algn="l" rtl="0">
              <a:spcBef>
                <a:spcPts val="0"/>
              </a:spcBef>
              <a:spcAft>
                <a:spcPts val="0"/>
              </a:spcAft>
              <a:buNone/>
            </a:pPr>
            <a:r>
              <a:rPr lang="en-US" sz="2987" dirty="0">
                <a:solidFill>
                  <a:schemeClr val="dk1"/>
                </a:solidFill>
                <a:latin typeface="Arial Narrow"/>
                <a:ea typeface="Arial Narrow"/>
                <a:cs typeface="Arial Narrow"/>
                <a:sym typeface="Arial Narrow"/>
              </a:rPr>
              <a:t>There is also a toggle for turning on and off pitch adjustment with velocity. When this is turned on, the pitch of the sounds will be determined by the speed of the </a:t>
            </a:r>
            <a:r>
              <a:rPr lang="en-US" sz="2987" dirty="0" err="1">
                <a:solidFill>
                  <a:schemeClr val="dk1"/>
                </a:solidFill>
                <a:latin typeface="Arial Narrow"/>
                <a:ea typeface="Arial Narrow"/>
                <a:cs typeface="Arial Narrow"/>
                <a:sym typeface="Arial Narrow"/>
              </a:rPr>
              <a:t>boid</a:t>
            </a:r>
            <a:r>
              <a:rPr lang="en-US" sz="2987" dirty="0">
                <a:solidFill>
                  <a:schemeClr val="dk1"/>
                </a:solidFill>
                <a:latin typeface="Arial Narrow"/>
                <a:ea typeface="Arial Narrow"/>
                <a:cs typeface="Arial Narrow"/>
                <a:sym typeface="Arial Narrow"/>
              </a:rPr>
              <a:t>. The faster the </a:t>
            </a:r>
            <a:r>
              <a:rPr lang="en-US" sz="2987" dirty="0" err="1">
                <a:solidFill>
                  <a:schemeClr val="dk1"/>
                </a:solidFill>
                <a:latin typeface="Arial Narrow"/>
                <a:ea typeface="Arial Narrow"/>
                <a:cs typeface="Arial Narrow"/>
                <a:sym typeface="Arial Narrow"/>
              </a:rPr>
              <a:t>boid</a:t>
            </a:r>
            <a:r>
              <a:rPr lang="en-US" sz="2987" dirty="0">
                <a:solidFill>
                  <a:schemeClr val="dk1"/>
                </a:solidFill>
                <a:latin typeface="Arial Narrow"/>
                <a:ea typeface="Arial Narrow"/>
                <a:cs typeface="Arial Narrow"/>
                <a:sym typeface="Arial Narrow"/>
              </a:rPr>
              <a:t> travels, the higher its pitch will be. </a:t>
            </a:r>
          </a:p>
        </p:txBody>
      </p:sp>
      <p:pic>
        <p:nvPicPr>
          <p:cNvPr id="5" name="Picture 4">
            <a:extLst>
              <a:ext uri="{FF2B5EF4-FFF2-40B4-BE49-F238E27FC236}">
                <a16:creationId xmlns:a16="http://schemas.microsoft.com/office/drawing/2014/main" id="{A619DB91-0A71-A70B-A009-CA58B627F775}"/>
              </a:ext>
            </a:extLst>
          </p:cNvPr>
          <p:cNvPicPr>
            <a:picLocks noChangeAspect="1"/>
          </p:cNvPicPr>
          <p:nvPr/>
        </p:nvPicPr>
        <p:blipFill>
          <a:blip r:embed="rId5"/>
          <a:stretch>
            <a:fillRect/>
          </a:stretch>
        </p:blipFill>
        <p:spPr>
          <a:xfrm>
            <a:off x="22709649" y="21183595"/>
            <a:ext cx="9147675" cy="4695393"/>
          </a:xfrm>
          <a:prstGeom prst="rect">
            <a:avLst/>
          </a:prstGeom>
        </p:spPr>
      </p:pic>
      <p:pic>
        <p:nvPicPr>
          <p:cNvPr id="7" name="Picture 6">
            <a:extLst>
              <a:ext uri="{FF2B5EF4-FFF2-40B4-BE49-F238E27FC236}">
                <a16:creationId xmlns:a16="http://schemas.microsoft.com/office/drawing/2014/main" id="{781C57D8-7EDB-F899-EB6C-0BB26C3D45FC}"/>
              </a:ext>
            </a:extLst>
          </p:cNvPr>
          <p:cNvPicPr>
            <a:picLocks noChangeAspect="1"/>
          </p:cNvPicPr>
          <p:nvPr/>
        </p:nvPicPr>
        <p:blipFill>
          <a:blip r:embed="rId6"/>
          <a:stretch>
            <a:fillRect/>
          </a:stretch>
        </p:blipFill>
        <p:spPr>
          <a:xfrm>
            <a:off x="33472872" y="8723516"/>
            <a:ext cx="9217056" cy="6100632"/>
          </a:xfrm>
          <a:prstGeom prst="rect">
            <a:avLst/>
          </a:prstGeom>
        </p:spPr>
      </p:pic>
      <p:pic>
        <p:nvPicPr>
          <p:cNvPr id="11" name="Picture 10">
            <a:extLst>
              <a:ext uri="{FF2B5EF4-FFF2-40B4-BE49-F238E27FC236}">
                <a16:creationId xmlns:a16="http://schemas.microsoft.com/office/drawing/2014/main" id="{E7D1D45F-6666-449F-1FC6-7EE3FF19B6A6}"/>
              </a:ext>
            </a:extLst>
          </p:cNvPr>
          <p:cNvPicPr>
            <a:picLocks noChangeAspect="1"/>
          </p:cNvPicPr>
          <p:nvPr/>
        </p:nvPicPr>
        <p:blipFill>
          <a:blip r:embed="rId7"/>
          <a:stretch>
            <a:fillRect/>
          </a:stretch>
        </p:blipFill>
        <p:spPr>
          <a:xfrm>
            <a:off x="12071598" y="6837144"/>
            <a:ext cx="8990841" cy="5609669"/>
          </a:xfrm>
          <a:prstGeom prst="rect">
            <a:avLst/>
          </a:prstGeom>
        </p:spPr>
      </p:pic>
      <p:pic>
        <p:nvPicPr>
          <p:cNvPr id="13" name="Picture 12">
            <a:extLst>
              <a:ext uri="{FF2B5EF4-FFF2-40B4-BE49-F238E27FC236}">
                <a16:creationId xmlns:a16="http://schemas.microsoft.com/office/drawing/2014/main" id="{E92DA519-C8F4-3B37-3163-566E5163C60F}"/>
              </a:ext>
            </a:extLst>
          </p:cNvPr>
          <p:cNvPicPr>
            <a:picLocks noChangeAspect="1"/>
          </p:cNvPicPr>
          <p:nvPr/>
        </p:nvPicPr>
        <p:blipFill rotWithShape="1">
          <a:blip r:embed="rId8"/>
          <a:srcRect l="5777" r="7194"/>
          <a:stretch/>
        </p:blipFill>
        <p:spPr>
          <a:xfrm>
            <a:off x="12140929" y="24188829"/>
            <a:ext cx="8896181" cy="4858038"/>
          </a:xfrm>
          <a:prstGeom prst="rect">
            <a:avLst/>
          </a:prstGeom>
        </p:spPr>
      </p:pic>
      <p:pic>
        <p:nvPicPr>
          <p:cNvPr id="15" name="Picture 14">
            <a:extLst>
              <a:ext uri="{FF2B5EF4-FFF2-40B4-BE49-F238E27FC236}">
                <a16:creationId xmlns:a16="http://schemas.microsoft.com/office/drawing/2014/main" id="{92874A69-C72F-7AF3-5ED4-65B617169AD8}"/>
              </a:ext>
            </a:extLst>
          </p:cNvPr>
          <p:cNvPicPr>
            <a:picLocks noChangeAspect="1"/>
          </p:cNvPicPr>
          <p:nvPr/>
        </p:nvPicPr>
        <p:blipFill>
          <a:blip r:embed="rId9"/>
          <a:stretch>
            <a:fillRect/>
          </a:stretch>
        </p:blipFill>
        <p:spPr>
          <a:xfrm>
            <a:off x="3418589" y="20449186"/>
            <a:ext cx="4792671" cy="7906804"/>
          </a:xfrm>
          <a:prstGeom prst="rect">
            <a:avLst/>
          </a:prstGeom>
        </p:spPr>
      </p:pic>
      <p:sp>
        <p:nvSpPr>
          <p:cNvPr id="16" name="Google Shape;175;p1">
            <a:extLst>
              <a:ext uri="{FF2B5EF4-FFF2-40B4-BE49-F238E27FC236}">
                <a16:creationId xmlns:a16="http://schemas.microsoft.com/office/drawing/2014/main" id="{E1F19B2D-782B-5C18-5D0B-43C228A40264}"/>
              </a:ext>
            </a:extLst>
          </p:cNvPr>
          <p:cNvSpPr txBox="1"/>
          <p:nvPr/>
        </p:nvSpPr>
        <p:spPr>
          <a:xfrm>
            <a:off x="33661800" y="6485925"/>
            <a:ext cx="8839200" cy="2185353"/>
          </a:xfrm>
          <a:prstGeom prst="rect">
            <a:avLst/>
          </a:prstGeom>
          <a:noFill/>
          <a:ln>
            <a:noFill/>
          </a:ln>
        </p:spPr>
        <p:txBody>
          <a:bodyPr spcFirstLastPara="1" wrap="square" lIns="91425" tIns="45700" rIns="91425" bIns="45700" anchor="t" anchorCtr="0">
            <a:noAutofit/>
          </a:bodyPr>
          <a:lstStyle/>
          <a:p>
            <a:pPr marL="406389" marR="0" lvl="2" indent="0" algn="l" rtl="0">
              <a:spcBef>
                <a:spcPts val="0"/>
              </a:spcBef>
              <a:spcAft>
                <a:spcPts val="0"/>
              </a:spcAft>
              <a:buNone/>
            </a:pPr>
            <a:r>
              <a:rPr lang="en-US" sz="2987" dirty="0">
                <a:solidFill>
                  <a:schemeClr val="dk1"/>
                </a:solidFill>
                <a:latin typeface="Arial Narrow"/>
                <a:ea typeface="Arial Narrow"/>
                <a:cs typeface="Arial Narrow"/>
                <a:sym typeface="Arial Narrow"/>
              </a:rPr>
              <a:t>With each sound that is made, a white circle is drawn to indicate the </a:t>
            </a:r>
            <a:r>
              <a:rPr lang="en-US" sz="2987" dirty="0" err="1">
                <a:solidFill>
                  <a:schemeClr val="dk1"/>
                </a:solidFill>
                <a:latin typeface="Arial Narrow"/>
                <a:ea typeface="Arial Narrow"/>
                <a:cs typeface="Arial Narrow"/>
                <a:sym typeface="Arial Narrow"/>
              </a:rPr>
              <a:t>boid</a:t>
            </a:r>
            <a:r>
              <a:rPr lang="en-US" sz="2987" dirty="0">
                <a:solidFill>
                  <a:schemeClr val="dk1"/>
                </a:solidFill>
                <a:latin typeface="Arial Narrow"/>
                <a:ea typeface="Arial Narrow"/>
                <a:cs typeface="Arial Narrow"/>
                <a:sym typeface="Arial Narrow"/>
              </a:rPr>
              <a:t> that it came from. Additionally, background music is constantly being played to bring the sound design all together.</a:t>
            </a:r>
          </a:p>
        </p:txBody>
      </p:sp>
    </p:spTree>
  </p:cSld>
  <p:clrMapOvr>
    <a:masterClrMapping/>
  </p:clrMapOvr>
</p:sld>
</file>

<file path=ppt/theme/theme1.xml><?xml version="1.0" encoding="utf-8"?>
<a:theme xmlns:a="http://schemas.openxmlformats.org/drawingml/2006/main" name="Custom Design">
  <a:themeElements>
    <a:clrScheme name="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ustom Design">
  <a:themeElements>
    <a:clrScheme name="1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Custom Design">
  <a:themeElements>
    <a:clrScheme name="2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797</TotalTime>
  <Words>1077</Words>
  <Application>Microsoft Office PowerPoint</Application>
  <PresentationFormat>Custom</PresentationFormat>
  <Paragraphs>65</Paragraphs>
  <Slides>1</Slides>
  <Notes>1</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1</vt:i4>
      </vt:variant>
    </vt:vector>
  </HeadingPairs>
  <TitlesOfParts>
    <vt:vector size="7" baseType="lpstr">
      <vt:lpstr>Arial Narrow</vt:lpstr>
      <vt:lpstr>Arial</vt:lpstr>
      <vt:lpstr>Arial Black</vt:lpstr>
      <vt:lpstr>Custom Design</vt:lpstr>
      <vt:lpstr>1_Custom Design</vt:lpstr>
      <vt:lpstr>2_Custom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 Kotoulas</dc:creator>
  <cp:lastModifiedBy>Anton Flame</cp:lastModifiedBy>
  <cp:revision>4</cp:revision>
  <dcterms:created xsi:type="dcterms:W3CDTF">2005-05-18T01:24:28Z</dcterms:created>
  <dcterms:modified xsi:type="dcterms:W3CDTF">2025-05-18T19:57:54Z</dcterms:modified>
</cp:coreProperties>
</file>